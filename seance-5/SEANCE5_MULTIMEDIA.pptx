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58" r:id="rId4"/>
    <p:sldId id="259" r:id="rId5"/>
    <p:sldId id="260" r:id="rId6"/>
    <p:sldId id="261" r:id="rId7"/>
    <p:sldId id="263" r:id="rId8"/>
    <p:sldId id="269" r:id="rId9"/>
    <p:sldId id="262" r:id="rId10"/>
    <p:sldId id="264" r:id="rId11"/>
    <p:sldId id="271" r:id="rId12"/>
    <p:sldId id="265" r:id="rId13"/>
    <p:sldId id="266" r:id="rId14"/>
    <p:sldId id="267" r:id="rId15"/>
    <p:sldId id="268"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5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fr-FR"/>
              <a:t>Part de la consommation électrique du numérique</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pieChart>
        <c:varyColors val="1"/>
        <c:ser>
          <c:idx val="0"/>
          <c:order val="0"/>
          <c:tx>
            <c:strRef>
              <c:f>Feuil1!$B$1</c:f>
              <c:strCache>
                <c:ptCount val="1"/>
                <c:pt idx="0">
                  <c:v>Part de consommation</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1-F414-4D4F-B679-964D911880DA}"/>
              </c:ext>
            </c:extLst>
          </c:dPt>
          <c:dLbls>
            <c:dLbl>
              <c:idx val="2"/>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1A1A19"/>
                      </a:solidFill>
                      <a:latin typeface="+mn-lt"/>
                      <a:ea typeface="+mn-ea"/>
                      <a:cs typeface="+mn-cs"/>
                    </a:defRPr>
                  </a:pPr>
                  <a:endParaRPr lang="fr-FR"/>
                </a:p>
              </c:txPr>
              <c:dLblPos val="inEnd"/>
              <c:showLegendKey val="0"/>
              <c:showVal val="0"/>
              <c:showCatName val="0"/>
              <c:showSerName val="0"/>
              <c:showPercent val="1"/>
              <c:showBubbleSize val="0"/>
              <c:extLst>
                <c:ext xmlns:c16="http://schemas.microsoft.com/office/drawing/2014/chart" uri="{C3380CC4-5D6E-409C-BE32-E72D297353CC}">
                  <c16:uniqueId val="{00000001-F414-4D4F-B679-964D911880DA}"/>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FFFF"/>
                    </a:solidFill>
                    <a:latin typeface="+mn-lt"/>
                    <a:ea typeface="+mn-ea"/>
                    <a:cs typeface="+mn-cs"/>
                  </a:defRPr>
                </a:pPr>
                <a:endParaRPr lang="fr-FR"/>
              </a:p>
            </c:txPr>
            <c:dLblPos val="inEnd"/>
            <c:showLegendKey val="0"/>
            <c:showVal val="0"/>
            <c:showCatName val="0"/>
            <c:showSerName val="0"/>
            <c:showPercent val="1"/>
            <c:showBubbleSize val="0"/>
            <c:showLeaderLines val="0"/>
            <c:extLst>
              <c:ext xmlns:c15="http://schemas.microsoft.com/office/drawing/2012/chart" uri="{CE6537A1-D6FC-4f65-9D91-7224C49458BB}"/>
            </c:extLst>
          </c:dLbls>
          <c:cat>
            <c:strRef>
              <c:f>Feuil1!$A$2:$A$4</c:f>
              <c:strCache>
                <c:ptCount val="3"/>
                <c:pt idx="0">
                  <c:v>Ordinateurs, smartphones et objets connectés</c:v>
                </c:pt>
                <c:pt idx="1">
                  <c:v>Data-centers qui hébergent nos données</c:v>
                </c:pt>
                <c:pt idx="2">
                  <c:v>Réseaux sur lesquels circulent les données</c:v>
                </c:pt>
              </c:strCache>
            </c:strRef>
          </c:cat>
          <c:val>
            <c:numRef>
              <c:f>Feuil1!$B$2:$B$4</c:f>
              <c:numCache>
                <c:formatCode>General</c:formatCode>
                <c:ptCount val="3"/>
                <c:pt idx="0">
                  <c:v>0.3</c:v>
                </c:pt>
                <c:pt idx="1">
                  <c:v>0.3</c:v>
                </c:pt>
                <c:pt idx="2">
                  <c:v>0.4</c:v>
                </c:pt>
              </c:numCache>
            </c:numRef>
          </c:val>
          <c:extLst>
            <c:ext xmlns:c16="http://schemas.microsoft.com/office/drawing/2014/chart" uri="{C3380CC4-5D6E-409C-BE32-E72D297353CC}">
              <c16:uniqueId val="{00000000-F414-4D4F-B679-964D911880DA}"/>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96FBC3-F0B2-4716-AD04-D79CDB5823AA}"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FR"/>
        </a:p>
      </dgm:t>
    </dgm:pt>
    <dgm:pt modelId="{FB038B1D-119A-411C-9D12-481D85C1D4C2}">
      <dgm:prSet phldrT="[Texte]"/>
      <dgm:spPr/>
      <dgm:t>
        <a:bodyPr/>
        <a:lstStyle/>
        <a:p>
          <a:r>
            <a:rPr lang="fr-FR"/>
            <a:t>Ergonomie du poste de travail</a:t>
          </a:r>
        </a:p>
      </dgm:t>
    </dgm:pt>
    <dgm:pt modelId="{8DE2DDBD-CF7C-49F0-9532-20CCC5BA5F79}" type="parTrans" cxnId="{53DDA2E2-43C2-49E6-A07C-D21EF3F3F539}">
      <dgm:prSet/>
      <dgm:spPr/>
      <dgm:t>
        <a:bodyPr/>
        <a:lstStyle/>
        <a:p>
          <a:endParaRPr lang="fr-FR"/>
        </a:p>
      </dgm:t>
    </dgm:pt>
    <dgm:pt modelId="{551A0F93-B565-4BF5-A26C-70310DDED9C8}" type="sibTrans" cxnId="{53DDA2E2-43C2-49E6-A07C-D21EF3F3F539}">
      <dgm:prSet/>
      <dgm:spPr/>
      <dgm:t>
        <a:bodyPr/>
        <a:lstStyle/>
        <a:p>
          <a:endParaRPr lang="fr-FR"/>
        </a:p>
      </dgm:t>
    </dgm:pt>
    <dgm:pt modelId="{1528A0A9-9F1C-425E-9180-4975E8A80712}">
      <dgm:prSet phldrT="[Texte]"/>
      <dgm:spPr/>
      <dgm:t>
        <a:bodyPr/>
        <a:lstStyle/>
        <a:p>
          <a:r>
            <a:rPr lang="fr-FR"/>
            <a:t>Communication sans fil et ondes</a:t>
          </a:r>
        </a:p>
      </dgm:t>
    </dgm:pt>
    <dgm:pt modelId="{FC7DFC6C-6EB7-433C-BFAB-5238CA85A11E}" type="parTrans" cxnId="{44288A94-783A-486C-B9E4-5119361C5AB3}">
      <dgm:prSet/>
      <dgm:spPr/>
      <dgm:t>
        <a:bodyPr/>
        <a:lstStyle/>
        <a:p>
          <a:endParaRPr lang="fr-FR"/>
        </a:p>
      </dgm:t>
    </dgm:pt>
    <dgm:pt modelId="{40526932-0C0C-43AE-8C82-B0C03BC76872}" type="sibTrans" cxnId="{44288A94-783A-486C-B9E4-5119361C5AB3}">
      <dgm:prSet/>
      <dgm:spPr/>
      <dgm:t>
        <a:bodyPr/>
        <a:lstStyle/>
        <a:p>
          <a:endParaRPr lang="fr-FR"/>
        </a:p>
      </dgm:t>
    </dgm:pt>
    <dgm:pt modelId="{05964E4F-EA43-4509-BCB0-1F55B67D3173}">
      <dgm:prSet phldrT="[Texte]"/>
      <dgm:spPr/>
      <dgm:t>
        <a:bodyPr/>
        <a:lstStyle/>
        <a:p>
          <a:r>
            <a:rPr lang="fr-FR"/>
            <a:t>Impact environnemental</a:t>
          </a:r>
        </a:p>
      </dgm:t>
    </dgm:pt>
    <dgm:pt modelId="{9E29A771-E73A-44A5-8052-CB3DF18A8809}" type="parTrans" cxnId="{8DFF2808-7D09-4D09-9589-3BBEFFA3B3E8}">
      <dgm:prSet/>
      <dgm:spPr/>
      <dgm:t>
        <a:bodyPr/>
        <a:lstStyle/>
        <a:p>
          <a:endParaRPr lang="fr-FR"/>
        </a:p>
      </dgm:t>
    </dgm:pt>
    <dgm:pt modelId="{AC81A176-ECAB-4669-A44C-BFAFD58B194B}" type="sibTrans" cxnId="{8DFF2808-7D09-4D09-9589-3BBEFFA3B3E8}">
      <dgm:prSet/>
      <dgm:spPr/>
      <dgm:t>
        <a:bodyPr/>
        <a:lstStyle/>
        <a:p>
          <a:endParaRPr lang="fr-FR"/>
        </a:p>
      </dgm:t>
    </dgm:pt>
    <dgm:pt modelId="{2E54878A-91A9-4EE1-885A-D3089EAFD6CA}">
      <dgm:prSet phldrT="[Texte]"/>
      <dgm:spPr/>
      <dgm:t>
        <a:bodyPr/>
        <a:lstStyle/>
        <a:p>
          <a:r>
            <a:rPr lang="fr-FR"/>
            <a:t>Accessibilité</a:t>
          </a:r>
        </a:p>
      </dgm:t>
    </dgm:pt>
    <dgm:pt modelId="{FE187F81-3E29-43D5-ADFD-1FA171709F68}" type="parTrans" cxnId="{E429EAD9-7E86-4CB5-A301-8D6F0B20C6E3}">
      <dgm:prSet/>
      <dgm:spPr/>
      <dgm:t>
        <a:bodyPr/>
        <a:lstStyle/>
        <a:p>
          <a:endParaRPr lang="fr-FR"/>
        </a:p>
      </dgm:t>
    </dgm:pt>
    <dgm:pt modelId="{DEBB4C60-20CD-48FD-A178-1751B5318C5E}" type="sibTrans" cxnId="{E429EAD9-7E86-4CB5-A301-8D6F0B20C6E3}">
      <dgm:prSet/>
      <dgm:spPr/>
      <dgm:t>
        <a:bodyPr/>
        <a:lstStyle/>
        <a:p>
          <a:endParaRPr lang="fr-FR"/>
        </a:p>
      </dgm:t>
    </dgm:pt>
    <dgm:pt modelId="{5C28BAE8-78B5-4DE4-B7BC-BE94807D69BD}">
      <dgm:prSet phldrT="[Texte]"/>
      <dgm:spPr/>
      <dgm:t>
        <a:bodyPr/>
        <a:lstStyle/>
        <a:p>
          <a:r>
            <a:rPr lang="fr-FR"/>
            <a:t>Vie connectée</a:t>
          </a:r>
        </a:p>
      </dgm:t>
    </dgm:pt>
    <dgm:pt modelId="{E1812597-107E-43FA-AE91-34AB82A79C82}" type="parTrans" cxnId="{703F9EC0-5B73-491D-A842-3476F27132EC}">
      <dgm:prSet/>
      <dgm:spPr/>
      <dgm:t>
        <a:bodyPr/>
        <a:lstStyle/>
        <a:p>
          <a:endParaRPr lang="fr-FR"/>
        </a:p>
      </dgm:t>
    </dgm:pt>
    <dgm:pt modelId="{C0C7B0C1-EA62-4FF7-99C0-97E36637C4A0}" type="sibTrans" cxnId="{703F9EC0-5B73-491D-A842-3476F27132EC}">
      <dgm:prSet/>
      <dgm:spPr/>
      <dgm:t>
        <a:bodyPr/>
        <a:lstStyle/>
        <a:p>
          <a:endParaRPr lang="fr-FR"/>
        </a:p>
      </dgm:t>
    </dgm:pt>
    <dgm:pt modelId="{7ABAE224-3BE8-47F3-8023-601258A9E139}">
      <dgm:prSet phldrT="[Texte]"/>
      <dgm:spPr/>
      <dgm:t>
        <a:bodyPr/>
        <a:lstStyle/>
        <a:p>
          <a:r>
            <a:rPr lang="fr-FR"/>
            <a:t>Capteurs</a:t>
          </a:r>
        </a:p>
      </dgm:t>
    </dgm:pt>
    <dgm:pt modelId="{390275F1-634A-4BA3-844F-A5F4AF4F401C}" type="parTrans" cxnId="{9F71CB78-9B69-4051-A567-5990C27C55A1}">
      <dgm:prSet/>
      <dgm:spPr/>
    </dgm:pt>
    <dgm:pt modelId="{5F67FEB3-C6C4-41E6-B18C-263B91F124FA}" type="sibTrans" cxnId="{9F71CB78-9B69-4051-A567-5990C27C55A1}">
      <dgm:prSet/>
      <dgm:spPr/>
    </dgm:pt>
    <dgm:pt modelId="{7F06F817-4322-4493-AAD5-3ED5A6B27170}">
      <dgm:prSet phldrT="[Texte]"/>
      <dgm:spPr/>
      <dgm:t>
        <a:bodyPr/>
        <a:lstStyle/>
        <a:p>
          <a:r>
            <a:rPr lang="fr-FR"/>
            <a:t>Intelligence artificielle et robots</a:t>
          </a:r>
        </a:p>
      </dgm:t>
    </dgm:pt>
    <dgm:pt modelId="{ABD25602-F7C6-4298-9F86-3833853696C9}" type="parTrans" cxnId="{25DF33B7-DA03-4D56-8983-3187BA945A81}">
      <dgm:prSet/>
      <dgm:spPr/>
    </dgm:pt>
    <dgm:pt modelId="{E5B28B59-F90C-40C5-B73B-3C2FFB6002F6}" type="sibTrans" cxnId="{25DF33B7-DA03-4D56-8983-3187BA945A81}">
      <dgm:prSet/>
      <dgm:spPr/>
    </dgm:pt>
    <dgm:pt modelId="{C07A5ABC-7886-4E27-8F9C-8342535A2BE6}">
      <dgm:prSet phldrT="[Texte]"/>
      <dgm:spPr/>
      <dgm:t>
        <a:bodyPr/>
        <a:lstStyle/>
        <a:p>
          <a:r>
            <a:rPr lang="fr-FR"/>
            <a:t>Santé</a:t>
          </a:r>
        </a:p>
      </dgm:t>
    </dgm:pt>
    <dgm:pt modelId="{F8611190-58BB-49B5-9457-57074743020D}" type="parTrans" cxnId="{D40E7A32-4C0E-4846-A22C-4ADE651D31F8}">
      <dgm:prSet/>
      <dgm:spPr/>
    </dgm:pt>
    <dgm:pt modelId="{84792429-6F02-4F60-A6C0-69B73C2FA4BD}" type="sibTrans" cxnId="{D40E7A32-4C0E-4846-A22C-4ADE651D31F8}">
      <dgm:prSet/>
      <dgm:spPr/>
    </dgm:pt>
    <dgm:pt modelId="{8D973DF2-264A-4DC4-B371-133248FD44E8}">
      <dgm:prSet phldrT="[Texte]"/>
      <dgm:spPr/>
      <dgm:t>
        <a:bodyPr/>
        <a:lstStyle/>
        <a:p>
          <a:r>
            <a:rPr lang="fr-FR"/>
            <a:t>Vie privée et confidentialité</a:t>
          </a:r>
        </a:p>
      </dgm:t>
    </dgm:pt>
    <dgm:pt modelId="{F5BE17BD-FC04-4B01-B028-9A1FDB8DB110}" type="parTrans" cxnId="{C069A4D6-8E57-48CB-A775-C3423AAA912E}">
      <dgm:prSet/>
      <dgm:spPr/>
    </dgm:pt>
    <dgm:pt modelId="{C548607B-0875-416D-A3A6-C57B8D4B3145}" type="sibTrans" cxnId="{C069A4D6-8E57-48CB-A775-C3423AAA912E}">
      <dgm:prSet/>
      <dgm:spPr/>
    </dgm:pt>
    <dgm:pt modelId="{585F0E65-75F4-4071-AB87-9BF5630F935D}" type="pres">
      <dgm:prSet presAssocID="{1A96FBC3-F0B2-4716-AD04-D79CDB5823AA}" presName="diagram" presStyleCnt="0">
        <dgm:presLayoutVars>
          <dgm:dir/>
          <dgm:resizeHandles val="exact"/>
        </dgm:presLayoutVars>
      </dgm:prSet>
      <dgm:spPr/>
    </dgm:pt>
    <dgm:pt modelId="{021487EA-3A15-4028-84DA-C6608707429E}" type="pres">
      <dgm:prSet presAssocID="{FB038B1D-119A-411C-9D12-481D85C1D4C2}" presName="node" presStyleLbl="node1" presStyleIdx="0" presStyleCnt="9">
        <dgm:presLayoutVars>
          <dgm:bulletEnabled val="1"/>
        </dgm:presLayoutVars>
      </dgm:prSet>
      <dgm:spPr/>
    </dgm:pt>
    <dgm:pt modelId="{5E84CA5F-7F67-4BA2-85F1-6B9996F4A3C9}" type="pres">
      <dgm:prSet presAssocID="{551A0F93-B565-4BF5-A26C-70310DDED9C8}" presName="sibTrans" presStyleCnt="0"/>
      <dgm:spPr/>
    </dgm:pt>
    <dgm:pt modelId="{43155284-AA4C-45A4-89C5-C0D1CCEC704C}" type="pres">
      <dgm:prSet presAssocID="{1528A0A9-9F1C-425E-9180-4975E8A80712}" presName="node" presStyleLbl="node1" presStyleIdx="1" presStyleCnt="9">
        <dgm:presLayoutVars>
          <dgm:bulletEnabled val="1"/>
        </dgm:presLayoutVars>
      </dgm:prSet>
      <dgm:spPr/>
    </dgm:pt>
    <dgm:pt modelId="{26B7680A-612D-4368-B300-D29CB62402B6}" type="pres">
      <dgm:prSet presAssocID="{40526932-0C0C-43AE-8C82-B0C03BC76872}" presName="sibTrans" presStyleCnt="0"/>
      <dgm:spPr/>
    </dgm:pt>
    <dgm:pt modelId="{4E9F3A4E-0768-4F55-B96A-AF3F4590FA60}" type="pres">
      <dgm:prSet presAssocID="{05964E4F-EA43-4509-BCB0-1F55B67D3173}" presName="node" presStyleLbl="node1" presStyleIdx="2" presStyleCnt="9">
        <dgm:presLayoutVars>
          <dgm:bulletEnabled val="1"/>
        </dgm:presLayoutVars>
      </dgm:prSet>
      <dgm:spPr/>
    </dgm:pt>
    <dgm:pt modelId="{87F9D537-3DB0-4671-9A11-F4033FCE770C}" type="pres">
      <dgm:prSet presAssocID="{AC81A176-ECAB-4669-A44C-BFAFD58B194B}" presName="sibTrans" presStyleCnt="0"/>
      <dgm:spPr/>
    </dgm:pt>
    <dgm:pt modelId="{DD34F579-02D8-4EC9-ABD2-FE64460CF370}" type="pres">
      <dgm:prSet presAssocID="{2E54878A-91A9-4EE1-885A-D3089EAFD6CA}" presName="node" presStyleLbl="node1" presStyleIdx="3" presStyleCnt="9">
        <dgm:presLayoutVars>
          <dgm:bulletEnabled val="1"/>
        </dgm:presLayoutVars>
      </dgm:prSet>
      <dgm:spPr/>
    </dgm:pt>
    <dgm:pt modelId="{5B8B5026-F0D1-42FA-906F-A0C77786EE81}" type="pres">
      <dgm:prSet presAssocID="{DEBB4C60-20CD-48FD-A178-1751B5318C5E}" presName="sibTrans" presStyleCnt="0"/>
      <dgm:spPr/>
    </dgm:pt>
    <dgm:pt modelId="{17CB7B89-7668-41AB-806A-D3DCCAF55399}" type="pres">
      <dgm:prSet presAssocID="{5C28BAE8-78B5-4DE4-B7BC-BE94807D69BD}" presName="node" presStyleLbl="node1" presStyleIdx="4" presStyleCnt="9">
        <dgm:presLayoutVars>
          <dgm:bulletEnabled val="1"/>
        </dgm:presLayoutVars>
      </dgm:prSet>
      <dgm:spPr/>
    </dgm:pt>
    <dgm:pt modelId="{90B78DFB-1EB6-4ED9-B30A-A238110AC378}" type="pres">
      <dgm:prSet presAssocID="{C0C7B0C1-EA62-4FF7-99C0-97E36637C4A0}" presName="sibTrans" presStyleCnt="0"/>
      <dgm:spPr/>
    </dgm:pt>
    <dgm:pt modelId="{178E8E6A-2535-401B-8635-A98C9FE3BA06}" type="pres">
      <dgm:prSet presAssocID="{7ABAE224-3BE8-47F3-8023-601258A9E139}" presName="node" presStyleLbl="node1" presStyleIdx="5" presStyleCnt="9">
        <dgm:presLayoutVars>
          <dgm:bulletEnabled val="1"/>
        </dgm:presLayoutVars>
      </dgm:prSet>
      <dgm:spPr/>
    </dgm:pt>
    <dgm:pt modelId="{9B30267F-53FC-4D01-818C-1D2CB05FE785}" type="pres">
      <dgm:prSet presAssocID="{5F67FEB3-C6C4-41E6-B18C-263B91F124FA}" presName="sibTrans" presStyleCnt="0"/>
      <dgm:spPr/>
    </dgm:pt>
    <dgm:pt modelId="{A8071757-D722-42AD-A24E-6E7C9A0B6DC2}" type="pres">
      <dgm:prSet presAssocID="{7F06F817-4322-4493-AAD5-3ED5A6B27170}" presName="node" presStyleLbl="node1" presStyleIdx="6" presStyleCnt="9">
        <dgm:presLayoutVars>
          <dgm:bulletEnabled val="1"/>
        </dgm:presLayoutVars>
      </dgm:prSet>
      <dgm:spPr/>
    </dgm:pt>
    <dgm:pt modelId="{1606C1C6-D40B-45B9-B8D9-BDFE67CDFB4C}" type="pres">
      <dgm:prSet presAssocID="{E5B28B59-F90C-40C5-B73B-3C2FFB6002F6}" presName="sibTrans" presStyleCnt="0"/>
      <dgm:spPr/>
    </dgm:pt>
    <dgm:pt modelId="{6FFA9E65-9E88-43ED-8C72-014D7D260A93}" type="pres">
      <dgm:prSet presAssocID="{C07A5ABC-7886-4E27-8F9C-8342535A2BE6}" presName="node" presStyleLbl="node1" presStyleIdx="7" presStyleCnt="9">
        <dgm:presLayoutVars>
          <dgm:bulletEnabled val="1"/>
        </dgm:presLayoutVars>
      </dgm:prSet>
      <dgm:spPr/>
    </dgm:pt>
    <dgm:pt modelId="{E71E83E8-E9C5-40B0-9FB1-593B4BEA59B0}" type="pres">
      <dgm:prSet presAssocID="{84792429-6F02-4F60-A6C0-69B73C2FA4BD}" presName="sibTrans" presStyleCnt="0"/>
      <dgm:spPr/>
    </dgm:pt>
    <dgm:pt modelId="{B6311B36-E00C-4DD1-9175-1793674BB540}" type="pres">
      <dgm:prSet presAssocID="{8D973DF2-264A-4DC4-B371-133248FD44E8}" presName="node" presStyleLbl="node1" presStyleIdx="8" presStyleCnt="9">
        <dgm:presLayoutVars>
          <dgm:bulletEnabled val="1"/>
        </dgm:presLayoutVars>
      </dgm:prSet>
      <dgm:spPr/>
    </dgm:pt>
  </dgm:ptLst>
  <dgm:cxnLst>
    <dgm:cxn modelId="{8DFF2808-7D09-4D09-9589-3BBEFFA3B3E8}" srcId="{1A96FBC3-F0B2-4716-AD04-D79CDB5823AA}" destId="{05964E4F-EA43-4509-BCB0-1F55B67D3173}" srcOrd="2" destOrd="0" parTransId="{9E29A771-E73A-44A5-8052-CB3DF18A8809}" sibTransId="{AC81A176-ECAB-4669-A44C-BFAFD58B194B}"/>
    <dgm:cxn modelId="{E252010F-A56E-461D-A649-B4F80FA4AFC3}" type="presOf" srcId="{1528A0A9-9F1C-425E-9180-4975E8A80712}" destId="{43155284-AA4C-45A4-89C5-C0D1CCEC704C}" srcOrd="0" destOrd="0" presId="urn:microsoft.com/office/officeart/2005/8/layout/default"/>
    <dgm:cxn modelId="{B25DB11E-0943-49C1-9219-024E4648D1D6}" type="presOf" srcId="{1A96FBC3-F0B2-4716-AD04-D79CDB5823AA}" destId="{585F0E65-75F4-4071-AB87-9BF5630F935D}" srcOrd="0" destOrd="0" presId="urn:microsoft.com/office/officeart/2005/8/layout/default"/>
    <dgm:cxn modelId="{D40E7A32-4C0E-4846-A22C-4ADE651D31F8}" srcId="{1A96FBC3-F0B2-4716-AD04-D79CDB5823AA}" destId="{C07A5ABC-7886-4E27-8F9C-8342535A2BE6}" srcOrd="7" destOrd="0" parTransId="{F8611190-58BB-49B5-9457-57074743020D}" sibTransId="{84792429-6F02-4F60-A6C0-69B73C2FA4BD}"/>
    <dgm:cxn modelId="{884D7D4B-9410-4E86-A807-48E184EF41C9}" type="presOf" srcId="{2E54878A-91A9-4EE1-885A-D3089EAFD6CA}" destId="{DD34F579-02D8-4EC9-ABD2-FE64460CF370}" srcOrd="0" destOrd="0" presId="urn:microsoft.com/office/officeart/2005/8/layout/default"/>
    <dgm:cxn modelId="{CD398C56-9092-4720-A585-BAA0936DFD4F}" type="presOf" srcId="{FB038B1D-119A-411C-9D12-481D85C1D4C2}" destId="{021487EA-3A15-4028-84DA-C6608707429E}" srcOrd="0" destOrd="0" presId="urn:microsoft.com/office/officeart/2005/8/layout/default"/>
    <dgm:cxn modelId="{9F71CB78-9B69-4051-A567-5990C27C55A1}" srcId="{1A96FBC3-F0B2-4716-AD04-D79CDB5823AA}" destId="{7ABAE224-3BE8-47F3-8023-601258A9E139}" srcOrd="5" destOrd="0" parTransId="{390275F1-634A-4BA3-844F-A5F4AF4F401C}" sibTransId="{5F67FEB3-C6C4-41E6-B18C-263B91F124FA}"/>
    <dgm:cxn modelId="{CAA78E59-0B06-4C11-A32E-B63C06F3499B}" type="presOf" srcId="{7F06F817-4322-4493-AAD5-3ED5A6B27170}" destId="{A8071757-D722-42AD-A24E-6E7C9A0B6DC2}" srcOrd="0" destOrd="0" presId="urn:microsoft.com/office/officeart/2005/8/layout/default"/>
    <dgm:cxn modelId="{44288A94-783A-486C-B9E4-5119361C5AB3}" srcId="{1A96FBC3-F0B2-4716-AD04-D79CDB5823AA}" destId="{1528A0A9-9F1C-425E-9180-4975E8A80712}" srcOrd="1" destOrd="0" parTransId="{FC7DFC6C-6EB7-433C-BFAB-5238CA85A11E}" sibTransId="{40526932-0C0C-43AE-8C82-B0C03BC76872}"/>
    <dgm:cxn modelId="{2092C19C-F374-4B49-A44E-4FAAFECD64F4}" type="presOf" srcId="{5C28BAE8-78B5-4DE4-B7BC-BE94807D69BD}" destId="{17CB7B89-7668-41AB-806A-D3DCCAF55399}" srcOrd="0" destOrd="0" presId="urn:microsoft.com/office/officeart/2005/8/layout/default"/>
    <dgm:cxn modelId="{E72867B1-3C1B-4A84-9C28-5544D75B5DEA}" type="presOf" srcId="{C07A5ABC-7886-4E27-8F9C-8342535A2BE6}" destId="{6FFA9E65-9E88-43ED-8C72-014D7D260A93}" srcOrd="0" destOrd="0" presId="urn:microsoft.com/office/officeart/2005/8/layout/default"/>
    <dgm:cxn modelId="{25DF33B7-DA03-4D56-8983-3187BA945A81}" srcId="{1A96FBC3-F0B2-4716-AD04-D79CDB5823AA}" destId="{7F06F817-4322-4493-AAD5-3ED5A6B27170}" srcOrd="6" destOrd="0" parTransId="{ABD25602-F7C6-4298-9F86-3833853696C9}" sibTransId="{E5B28B59-F90C-40C5-B73B-3C2FFB6002F6}"/>
    <dgm:cxn modelId="{DFC1E2BB-F83A-4040-AEA5-78330B6FCCB1}" type="presOf" srcId="{8D973DF2-264A-4DC4-B371-133248FD44E8}" destId="{B6311B36-E00C-4DD1-9175-1793674BB540}" srcOrd="0" destOrd="0" presId="urn:microsoft.com/office/officeart/2005/8/layout/default"/>
    <dgm:cxn modelId="{703F9EC0-5B73-491D-A842-3476F27132EC}" srcId="{1A96FBC3-F0B2-4716-AD04-D79CDB5823AA}" destId="{5C28BAE8-78B5-4DE4-B7BC-BE94807D69BD}" srcOrd="4" destOrd="0" parTransId="{E1812597-107E-43FA-AE91-34AB82A79C82}" sibTransId="{C0C7B0C1-EA62-4FF7-99C0-97E36637C4A0}"/>
    <dgm:cxn modelId="{C069A4D6-8E57-48CB-A775-C3423AAA912E}" srcId="{1A96FBC3-F0B2-4716-AD04-D79CDB5823AA}" destId="{8D973DF2-264A-4DC4-B371-133248FD44E8}" srcOrd="8" destOrd="0" parTransId="{F5BE17BD-FC04-4B01-B028-9A1FDB8DB110}" sibTransId="{C548607B-0875-416D-A3A6-C57B8D4B3145}"/>
    <dgm:cxn modelId="{E429EAD9-7E86-4CB5-A301-8D6F0B20C6E3}" srcId="{1A96FBC3-F0B2-4716-AD04-D79CDB5823AA}" destId="{2E54878A-91A9-4EE1-885A-D3089EAFD6CA}" srcOrd="3" destOrd="0" parTransId="{FE187F81-3E29-43D5-ADFD-1FA171709F68}" sibTransId="{DEBB4C60-20CD-48FD-A178-1751B5318C5E}"/>
    <dgm:cxn modelId="{53DDA2E2-43C2-49E6-A07C-D21EF3F3F539}" srcId="{1A96FBC3-F0B2-4716-AD04-D79CDB5823AA}" destId="{FB038B1D-119A-411C-9D12-481D85C1D4C2}" srcOrd="0" destOrd="0" parTransId="{8DE2DDBD-CF7C-49F0-9532-20CCC5BA5F79}" sibTransId="{551A0F93-B565-4BF5-A26C-70310DDED9C8}"/>
    <dgm:cxn modelId="{840682E8-AC73-4F6F-B836-D709A2E25415}" type="presOf" srcId="{7ABAE224-3BE8-47F3-8023-601258A9E139}" destId="{178E8E6A-2535-401B-8635-A98C9FE3BA06}" srcOrd="0" destOrd="0" presId="urn:microsoft.com/office/officeart/2005/8/layout/default"/>
    <dgm:cxn modelId="{F61EC9F3-CD7E-48F0-A1E5-B3F32DB092B9}" type="presOf" srcId="{05964E4F-EA43-4509-BCB0-1F55B67D3173}" destId="{4E9F3A4E-0768-4F55-B96A-AF3F4590FA60}" srcOrd="0" destOrd="0" presId="urn:microsoft.com/office/officeart/2005/8/layout/default"/>
    <dgm:cxn modelId="{3F3A002B-CF1D-4A3A-AAA3-D8021B5FB728}" type="presParOf" srcId="{585F0E65-75F4-4071-AB87-9BF5630F935D}" destId="{021487EA-3A15-4028-84DA-C6608707429E}" srcOrd="0" destOrd="0" presId="urn:microsoft.com/office/officeart/2005/8/layout/default"/>
    <dgm:cxn modelId="{C21EE2B2-968B-4BA9-A926-5B20CEBA0E2E}" type="presParOf" srcId="{585F0E65-75F4-4071-AB87-9BF5630F935D}" destId="{5E84CA5F-7F67-4BA2-85F1-6B9996F4A3C9}" srcOrd="1" destOrd="0" presId="urn:microsoft.com/office/officeart/2005/8/layout/default"/>
    <dgm:cxn modelId="{B5813FA3-33E9-4446-97E7-03A9264A7E15}" type="presParOf" srcId="{585F0E65-75F4-4071-AB87-9BF5630F935D}" destId="{43155284-AA4C-45A4-89C5-C0D1CCEC704C}" srcOrd="2" destOrd="0" presId="urn:microsoft.com/office/officeart/2005/8/layout/default"/>
    <dgm:cxn modelId="{CC70926A-1080-4318-A634-92215E5E77B3}" type="presParOf" srcId="{585F0E65-75F4-4071-AB87-9BF5630F935D}" destId="{26B7680A-612D-4368-B300-D29CB62402B6}" srcOrd="3" destOrd="0" presId="urn:microsoft.com/office/officeart/2005/8/layout/default"/>
    <dgm:cxn modelId="{10DFFF88-A1D5-447A-B9E0-4E3B0CD3A577}" type="presParOf" srcId="{585F0E65-75F4-4071-AB87-9BF5630F935D}" destId="{4E9F3A4E-0768-4F55-B96A-AF3F4590FA60}" srcOrd="4" destOrd="0" presId="urn:microsoft.com/office/officeart/2005/8/layout/default"/>
    <dgm:cxn modelId="{0A0A4988-30BA-4F6F-B7AF-CBFFE4A8792F}" type="presParOf" srcId="{585F0E65-75F4-4071-AB87-9BF5630F935D}" destId="{87F9D537-3DB0-4671-9A11-F4033FCE770C}" srcOrd="5" destOrd="0" presId="urn:microsoft.com/office/officeart/2005/8/layout/default"/>
    <dgm:cxn modelId="{2B8DF366-37DB-4E5F-A2DB-28D9BD0A2D15}" type="presParOf" srcId="{585F0E65-75F4-4071-AB87-9BF5630F935D}" destId="{DD34F579-02D8-4EC9-ABD2-FE64460CF370}" srcOrd="6" destOrd="0" presId="urn:microsoft.com/office/officeart/2005/8/layout/default"/>
    <dgm:cxn modelId="{4AF859B2-1D1C-468A-A562-183FFEA75394}" type="presParOf" srcId="{585F0E65-75F4-4071-AB87-9BF5630F935D}" destId="{5B8B5026-F0D1-42FA-906F-A0C77786EE81}" srcOrd="7" destOrd="0" presId="urn:microsoft.com/office/officeart/2005/8/layout/default"/>
    <dgm:cxn modelId="{2728DD2A-0275-4478-BFEA-15758A750A66}" type="presParOf" srcId="{585F0E65-75F4-4071-AB87-9BF5630F935D}" destId="{17CB7B89-7668-41AB-806A-D3DCCAF55399}" srcOrd="8" destOrd="0" presId="urn:microsoft.com/office/officeart/2005/8/layout/default"/>
    <dgm:cxn modelId="{1E91DC98-1AB0-499E-AF25-9720FE1A5FBB}" type="presParOf" srcId="{585F0E65-75F4-4071-AB87-9BF5630F935D}" destId="{90B78DFB-1EB6-4ED9-B30A-A238110AC378}" srcOrd="9" destOrd="0" presId="urn:microsoft.com/office/officeart/2005/8/layout/default"/>
    <dgm:cxn modelId="{03BBC464-1C9F-45F3-8307-EE015CDA0C41}" type="presParOf" srcId="{585F0E65-75F4-4071-AB87-9BF5630F935D}" destId="{178E8E6A-2535-401B-8635-A98C9FE3BA06}" srcOrd="10" destOrd="0" presId="urn:microsoft.com/office/officeart/2005/8/layout/default"/>
    <dgm:cxn modelId="{04A45B19-D609-4CCB-9534-26147FBB9949}" type="presParOf" srcId="{585F0E65-75F4-4071-AB87-9BF5630F935D}" destId="{9B30267F-53FC-4D01-818C-1D2CB05FE785}" srcOrd="11" destOrd="0" presId="urn:microsoft.com/office/officeart/2005/8/layout/default"/>
    <dgm:cxn modelId="{19839FB5-5516-4EA2-8F27-8F107F6923FD}" type="presParOf" srcId="{585F0E65-75F4-4071-AB87-9BF5630F935D}" destId="{A8071757-D722-42AD-A24E-6E7C9A0B6DC2}" srcOrd="12" destOrd="0" presId="urn:microsoft.com/office/officeart/2005/8/layout/default"/>
    <dgm:cxn modelId="{C934408D-5758-4EF5-BA09-5B18541FF559}" type="presParOf" srcId="{585F0E65-75F4-4071-AB87-9BF5630F935D}" destId="{1606C1C6-D40B-45B9-B8D9-BDFE67CDFB4C}" srcOrd="13" destOrd="0" presId="urn:microsoft.com/office/officeart/2005/8/layout/default"/>
    <dgm:cxn modelId="{B4F54647-D281-4663-AF10-D1F8C2B136CB}" type="presParOf" srcId="{585F0E65-75F4-4071-AB87-9BF5630F935D}" destId="{6FFA9E65-9E88-43ED-8C72-014D7D260A93}" srcOrd="14" destOrd="0" presId="urn:microsoft.com/office/officeart/2005/8/layout/default"/>
    <dgm:cxn modelId="{DA20A1F7-8AC9-4D35-9402-7E0EFA38E8D7}" type="presParOf" srcId="{585F0E65-75F4-4071-AB87-9BF5630F935D}" destId="{E71E83E8-E9C5-40B0-9FB1-593B4BEA59B0}" srcOrd="15" destOrd="0" presId="urn:microsoft.com/office/officeart/2005/8/layout/default"/>
    <dgm:cxn modelId="{2EFAD451-A02B-4959-9948-2110EC72D7B8}" type="presParOf" srcId="{585F0E65-75F4-4071-AB87-9BF5630F935D}" destId="{B6311B36-E00C-4DD1-9175-1793674BB540}"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72E62A-94E2-424F-B3B5-8530CFB52E49}"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fr-FR"/>
        </a:p>
      </dgm:t>
    </dgm:pt>
    <dgm:pt modelId="{064F3DE1-C8DE-4440-ACA6-326F6701AAB0}">
      <dgm:prSet custT="1"/>
      <dgm:spPr/>
      <dgm:t>
        <a:bodyPr/>
        <a:lstStyle/>
        <a:p>
          <a:r>
            <a:rPr lang="fr-FR" sz="2400" i="0"/>
            <a:t>Allonger la durée de vie de son matériel</a:t>
          </a:r>
          <a:endParaRPr lang="fr-FR" sz="2400"/>
        </a:p>
      </dgm:t>
    </dgm:pt>
    <dgm:pt modelId="{5E5A0316-F078-4F31-9E0E-0B1F028167F2}" type="parTrans" cxnId="{42216008-4B3E-4ED3-9B0A-96146F36B113}">
      <dgm:prSet/>
      <dgm:spPr/>
      <dgm:t>
        <a:bodyPr/>
        <a:lstStyle/>
        <a:p>
          <a:endParaRPr lang="fr-FR"/>
        </a:p>
      </dgm:t>
    </dgm:pt>
    <dgm:pt modelId="{1A3BBA45-5488-4B09-A020-C937263B43BC}" type="sibTrans" cxnId="{42216008-4B3E-4ED3-9B0A-96146F36B113}">
      <dgm:prSet/>
      <dgm:spPr/>
      <dgm:t>
        <a:bodyPr/>
        <a:lstStyle/>
        <a:p>
          <a:endParaRPr lang="fr-FR"/>
        </a:p>
      </dgm:t>
    </dgm:pt>
    <dgm:pt modelId="{2FE1F2CB-A83D-4844-8BB5-142435A68546}">
      <dgm:prSet custT="1"/>
      <dgm:spPr/>
      <dgm:t>
        <a:bodyPr/>
        <a:lstStyle/>
        <a:p>
          <a:r>
            <a:rPr lang="fr-FR" sz="1500" i="0"/>
            <a:t>Privilégier le matériel reconditionné ou d'occasion, ou faire le choix d'appareils économes, pouvant être réparés</a:t>
          </a:r>
          <a:endParaRPr lang="fr-FR" sz="1500"/>
        </a:p>
      </dgm:t>
    </dgm:pt>
    <dgm:pt modelId="{AC6BF9BC-9C58-43E0-A0F9-38835E3FDDAB}" type="parTrans" cxnId="{89F607B1-AE5D-4AF2-8A37-2A96D73BAFF0}">
      <dgm:prSet/>
      <dgm:spPr/>
      <dgm:t>
        <a:bodyPr/>
        <a:lstStyle/>
        <a:p>
          <a:endParaRPr lang="fr-FR"/>
        </a:p>
      </dgm:t>
    </dgm:pt>
    <dgm:pt modelId="{34C1861E-A6F3-403F-8B0C-4EFAAFD9E040}" type="sibTrans" cxnId="{89F607B1-AE5D-4AF2-8A37-2A96D73BAFF0}">
      <dgm:prSet/>
      <dgm:spPr/>
      <dgm:t>
        <a:bodyPr/>
        <a:lstStyle/>
        <a:p>
          <a:endParaRPr lang="fr-FR"/>
        </a:p>
      </dgm:t>
    </dgm:pt>
    <dgm:pt modelId="{A2105E41-9F0E-4657-99D6-81FD2F2B5D87}">
      <dgm:prSet custT="1"/>
      <dgm:spPr/>
      <dgm:t>
        <a:bodyPr/>
        <a:lstStyle/>
        <a:p>
          <a:r>
            <a:rPr lang="fr-FR" sz="1500" i="0"/>
            <a:t>Éviter de multiplier les appareils</a:t>
          </a:r>
          <a:endParaRPr lang="fr-FR" sz="1500"/>
        </a:p>
      </dgm:t>
    </dgm:pt>
    <dgm:pt modelId="{020FCCB1-4D68-469A-B93A-A61E0B581E1F}" type="parTrans" cxnId="{479FE1F2-4068-4254-9E92-708C6BD92185}">
      <dgm:prSet/>
      <dgm:spPr/>
      <dgm:t>
        <a:bodyPr/>
        <a:lstStyle/>
        <a:p>
          <a:endParaRPr lang="fr-FR"/>
        </a:p>
      </dgm:t>
    </dgm:pt>
    <dgm:pt modelId="{6AC125BD-2208-4480-8DA9-820D6F59EFFB}" type="sibTrans" cxnId="{479FE1F2-4068-4254-9E92-708C6BD92185}">
      <dgm:prSet/>
      <dgm:spPr/>
      <dgm:t>
        <a:bodyPr/>
        <a:lstStyle/>
        <a:p>
          <a:endParaRPr lang="fr-FR"/>
        </a:p>
      </dgm:t>
    </dgm:pt>
    <dgm:pt modelId="{500FBDAF-8011-4143-A993-FBFC7C81104A}">
      <dgm:prSet custT="1"/>
      <dgm:spPr/>
      <dgm:t>
        <a:bodyPr/>
        <a:lstStyle/>
        <a:p>
          <a:r>
            <a:rPr lang="fr-FR" sz="1500" i="0"/>
            <a:t>Bien entretenir son matériel avec des protections anti-virus pour éviter les pannes</a:t>
          </a:r>
          <a:endParaRPr lang="fr-FR" sz="1500"/>
        </a:p>
      </dgm:t>
    </dgm:pt>
    <dgm:pt modelId="{B943BB48-087E-43D4-8D15-091D937AAF0B}" type="parTrans" cxnId="{42B85F67-912D-4C28-A452-EB1B15F44369}">
      <dgm:prSet/>
      <dgm:spPr/>
      <dgm:t>
        <a:bodyPr/>
        <a:lstStyle/>
        <a:p>
          <a:endParaRPr lang="fr-FR"/>
        </a:p>
      </dgm:t>
    </dgm:pt>
    <dgm:pt modelId="{0A8D967B-D4C0-4039-885B-50584AA8457E}" type="sibTrans" cxnId="{42B85F67-912D-4C28-A452-EB1B15F44369}">
      <dgm:prSet/>
      <dgm:spPr/>
      <dgm:t>
        <a:bodyPr/>
        <a:lstStyle/>
        <a:p>
          <a:endParaRPr lang="fr-FR"/>
        </a:p>
      </dgm:t>
    </dgm:pt>
    <dgm:pt modelId="{245DB96C-93DB-4D09-BC8A-F55DA97D1604}">
      <dgm:prSet custT="1"/>
      <dgm:spPr/>
      <dgm:t>
        <a:bodyPr/>
        <a:lstStyle/>
        <a:p>
          <a:r>
            <a:rPr lang="fr-FR" sz="1500" i="0"/>
            <a:t>Recycler son matériel informatique</a:t>
          </a:r>
          <a:endParaRPr lang="fr-FR" sz="1500"/>
        </a:p>
      </dgm:t>
    </dgm:pt>
    <dgm:pt modelId="{4E3560B7-259E-4F33-892F-29C5797A92F1}" type="parTrans" cxnId="{F40C4546-BECC-4A07-BA3E-4C3181C1BE20}">
      <dgm:prSet/>
      <dgm:spPr/>
      <dgm:t>
        <a:bodyPr/>
        <a:lstStyle/>
        <a:p>
          <a:endParaRPr lang="fr-FR"/>
        </a:p>
      </dgm:t>
    </dgm:pt>
    <dgm:pt modelId="{56A90D67-277A-4984-A59E-8CDCFA99E628}" type="sibTrans" cxnId="{F40C4546-BECC-4A07-BA3E-4C3181C1BE20}">
      <dgm:prSet/>
      <dgm:spPr/>
      <dgm:t>
        <a:bodyPr/>
        <a:lstStyle/>
        <a:p>
          <a:endParaRPr lang="fr-FR"/>
        </a:p>
      </dgm:t>
    </dgm:pt>
    <dgm:pt modelId="{5383C29C-62A1-4F23-8766-65C70CD52B85}" type="pres">
      <dgm:prSet presAssocID="{1D72E62A-94E2-424F-B3B5-8530CFB52E49}" presName="Name0" presStyleCnt="0">
        <dgm:presLayoutVars>
          <dgm:dir/>
          <dgm:animLvl val="lvl"/>
          <dgm:resizeHandles val="exact"/>
        </dgm:presLayoutVars>
      </dgm:prSet>
      <dgm:spPr/>
    </dgm:pt>
    <dgm:pt modelId="{F4585B06-F4C1-43AE-8AC0-E41CAFF9DB0C}" type="pres">
      <dgm:prSet presAssocID="{064F3DE1-C8DE-4440-ACA6-326F6701AAB0}" presName="linNode" presStyleCnt="0"/>
      <dgm:spPr/>
    </dgm:pt>
    <dgm:pt modelId="{948A1FBB-2F4E-45A9-B459-D58A4C489A4F}" type="pres">
      <dgm:prSet presAssocID="{064F3DE1-C8DE-4440-ACA6-326F6701AAB0}" presName="parentText" presStyleLbl="node1" presStyleIdx="0" presStyleCnt="1">
        <dgm:presLayoutVars>
          <dgm:chMax val="1"/>
          <dgm:bulletEnabled val="1"/>
        </dgm:presLayoutVars>
      </dgm:prSet>
      <dgm:spPr/>
    </dgm:pt>
    <dgm:pt modelId="{232452EA-3D8C-48B5-95A1-F2FD1C0D98A1}" type="pres">
      <dgm:prSet presAssocID="{064F3DE1-C8DE-4440-ACA6-326F6701AAB0}" presName="descendantText" presStyleLbl="alignAccFollowNode1" presStyleIdx="0" presStyleCnt="1">
        <dgm:presLayoutVars>
          <dgm:bulletEnabled val="1"/>
        </dgm:presLayoutVars>
      </dgm:prSet>
      <dgm:spPr/>
    </dgm:pt>
  </dgm:ptLst>
  <dgm:cxnLst>
    <dgm:cxn modelId="{42216008-4B3E-4ED3-9B0A-96146F36B113}" srcId="{1D72E62A-94E2-424F-B3B5-8530CFB52E49}" destId="{064F3DE1-C8DE-4440-ACA6-326F6701AAB0}" srcOrd="0" destOrd="0" parTransId="{5E5A0316-F078-4F31-9E0E-0B1F028167F2}" sibTransId="{1A3BBA45-5488-4B09-A020-C937263B43BC}"/>
    <dgm:cxn modelId="{FF792B40-10CD-431D-B084-AF9D935CC0A9}" type="presOf" srcId="{A2105E41-9F0E-4657-99D6-81FD2F2B5D87}" destId="{232452EA-3D8C-48B5-95A1-F2FD1C0D98A1}" srcOrd="0" destOrd="1" presId="urn:microsoft.com/office/officeart/2005/8/layout/vList5"/>
    <dgm:cxn modelId="{F40C4546-BECC-4A07-BA3E-4C3181C1BE20}" srcId="{064F3DE1-C8DE-4440-ACA6-326F6701AAB0}" destId="{245DB96C-93DB-4D09-BC8A-F55DA97D1604}" srcOrd="3" destOrd="0" parTransId="{4E3560B7-259E-4F33-892F-29C5797A92F1}" sibTransId="{56A90D67-277A-4984-A59E-8CDCFA99E628}"/>
    <dgm:cxn modelId="{42B85F67-912D-4C28-A452-EB1B15F44369}" srcId="{064F3DE1-C8DE-4440-ACA6-326F6701AAB0}" destId="{500FBDAF-8011-4143-A993-FBFC7C81104A}" srcOrd="2" destOrd="0" parTransId="{B943BB48-087E-43D4-8D15-091D937AAF0B}" sibTransId="{0A8D967B-D4C0-4039-885B-50584AA8457E}"/>
    <dgm:cxn modelId="{E78DAE85-942F-4A04-935A-01206799A561}" type="presOf" srcId="{245DB96C-93DB-4D09-BC8A-F55DA97D1604}" destId="{232452EA-3D8C-48B5-95A1-F2FD1C0D98A1}" srcOrd="0" destOrd="3" presId="urn:microsoft.com/office/officeart/2005/8/layout/vList5"/>
    <dgm:cxn modelId="{EADE2886-24F4-4C92-85DD-4C5105F159CE}" type="presOf" srcId="{064F3DE1-C8DE-4440-ACA6-326F6701AAB0}" destId="{948A1FBB-2F4E-45A9-B459-D58A4C489A4F}" srcOrd="0" destOrd="0" presId="urn:microsoft.com/office/officeart/2005/8/layout/vList5"/>
    <dgm:cxn modelId="{46C86CA4-BD80-49A3-8820-519C1D8CC6F0}" type="presOf" srcId="{500FBDAF-8011-4143-A993-FBFC7C81104A}" destId="{232452EA-3D8C-48B5-95A1-F2FD1C0D98A1}" srcOrd="0" destOrd="2" presId="urn:microsoft.com/office/officeart/2005/8/layout/vList5"/>
    <dgm:cxn modelId="{89F607B1-AE5D-4AF2-8A37-2A96D73BAFF0}" srcId="{064F3DE1-C8DE-4440-ACA6-326F6701AAB0}" destId="{2FE1F2CB-A83D-4844-8BB5-142435A68546}" srcOrd="0" destOrd="0" parTransId="{AC6BF9BC-9C58-43E0-A0F9-38835E3FDDAB}" sibTransId="{34C1861E-A6F3-403F-8B0C-4EFAAFD9E040}"/>
    <dgm:cxn modelId="{7FD875CB-539D-4D04-9833-A1D5814112D7}" type="presOf" srcId="{2FE1F2CB-A83D-4844-8BB5-142435A68546}" destId="{232452EA-3D8C-48B5-95A1-F2FD1C0D98A1}" srcOrd="0" destOrd="0" presId="urn:microsoft.com/office/officeart/2005/8/layout/vList5"/>
    <dgm:cxn modelId="{15254FED-AF3D-4437-957F-59D68E0BC6B3}" type="presOf" srcId="{1D72E62A-94E2-424F-B3B5-8530CFB52E49}" destId="{5383C29C-62A1-4F23-8766-65C70CD52B85}" srcOrd="0" destOrd="0" presId="urn:microsoft.com/office/officeart/2005/8/layout/vList5"/>
    <dgm:cxn modelId="{479FE1F2-4068-4254-9E92-708C6BD92185}" srcId="{064F3DE1-C8DE-4440-ACA6-326F6701AAB0}" destId="{A2105E41-9F0E-4657-99D6-81FD2F2B5D87}" srcOrd="1" destOrd="0" parTransId="{020FCCB1-4D68-469A-B93A-A61E0B581E1F}" sibTransId="{6AC125BD-2208-4480-8DA9-820D6F59EFFB}"/>
    <dgm:cxn modelId="{E178952E-6C0A-4932-B09B-5F308F0B4F15}" type="presParOf" srcId="{5383C29C-62A1-4F23-8766-65C70CD52B85}" destId="{F4585B06-F4C1-43AE-8AC0-E41CAFF9DB0C}" srcOrd="0" destOrd="0" presId="urn:microsoft.com/office/officeart/2005/8/layout/vList5"/>
    <dgm:cxn modelId="{6FDBC76D-2606-4058-818D-EA8A85E86D4C}" type="presParOf" srcId="{F4585B06-F4C1-43AE-8AC0-E41CAFF9DB0C}" destId="{948A1FBB-2F4E-45A9-B459-D58A4C489A4F}" srcOrd="0" destOrd="0" presId="urn:microsoft.com/office/officeart/2005/8/layout/vList5"/>
    <dgm:cxn modelId="{8064A0AB-84C7-4F3A-89B8-83F4BEC3638D}" type="presParOf" srcId="{F4585B06-F4C1-43AE-8AC0-E41CAFF9DB0C}" destId="{232452EA-3D8C-48B5-95A1-F2FD1C0D98A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4FEE3FA-0579-4F8A-8D70-3EB43EBE923F}"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fr-FR"/>
        </a:p>
      </dgm:t>
    </dgm:pt>
    <dgm:pt modelId="{6BE52730-1189-49C7-94CB-25C4BA24F6AA}">
      <dgm:prSet custT="1"/>
      <dgm:spPr/>
      <dgm:t>
        <a:bodyPr/>
        <a:lstStyle/>
        <a:p>
          <a:r>
            <a:rPr lang="fr-FR" sz="2400" i="0"/>
            <a:t>Aller vers la sobriété</a:t>
          </a:r>
          <a:endParaRPr lang="fr-FR" sz="2400"/>
        </a:p>
      </dgm:t>
    </dgm:pt>
    <dgm:pt modelId="{30BC4EE6-4209-4545-8800-921BC03D943A}" type="parTrans" cxnId="{C0E4E486-1706-438F-9CD7-0FFD6E7C5A94}">
      <dgm:prSet/>
      <dgm:spPr/>
      <dgm:t>
        <a:bodyPr/>
        <a:lstStyle/>
        <a:p>
          <a:endParaRPr lang="fr-FR"/>
        </a:p>
      </dgm:t>
    </dgm:pt>
    <dgm:pt modelId="{790D1805-257F-4773-8873-674535DCDEB0}" type="sibTrans" cxnId="{C0E4E486-1706-438F-9CD7-0FFD6E7C5A94}">
      <dgm:prSet/>
      <dgm:spPr/>
      <dgm:t>
        <a:bodyPr/>
        <a:lstStyle/>
        <a:p>
          <a:endParaRPr lang="fr-FR"/>
        </a:p>
      </dgm:t>
    </dgm:pt>
    <dgm:pt modelId="{30D89CE5-3864-46FE-84CB-E127AECA3C61}">
      <dgm:prSet custT="1"/>
      <dgm:spPr/>
      <dgm:t>
        <a:bodyPr/>
        <a:lstStyle/>
        <a:p>
          <a:r>
            <a:rPr lang="fr-FR" sz="1500" i="0"/>
            <a:t>Brancher ses équipements sur une multiprise à interrupteur et l'éteindre lorsqu'ils ne sont pas utilisés</a:t>
          </a:r>
          <a:endParaRPr lang="fr-FR" sz="1500"/>
        </a:p>
      </dgm:t>
    </dgm:pt>
    <dgm:pt modelId="{06A816A5-B642-42FB-AC19-1AC9C470F35C}" type="parTrans" cxnId="{26D57B9A-F45E-467F-A5FF-DB0621BB4F4C}">
      <dgm:prSet/>
      <dgm:spPr/>
      <dgm:t>
        <a:bodyPr/>
        <a:lstStyle/>
        <a:p>
          <a:endParaRPr lang="fr-FR"/>
        </a:p>
      </dgm:t>
    </dgm:pt>
    <dgm:pt modelId="{404AA7C2-0C3F-4FCB-AFB9-BE7CD5E492D8}" type="sibTrans" cxnId="{26D57B9A-F45E-467F-A5FF-DB0621BB4F4C}">
      <dgm:prSet/>
      <dgm:spPr/>
      <dgm:t>
        <a:bodyPr/>
        <a:lstStyle/>
        <a:p>
          <a:endParaRPr lang="fr-FR"/>
        </a:p>
      </dgm:t>
    </dgm:pt>
    <dgm:pt modelId="{AF61B818-B353-4421-A7AE-45FC062078B4}">
      <dgm:prSet custT="1"/>
      <dgm:spPr/>
      <dgm:t>
        <a:bodyPr/>
        <a:lstStyle/>
        <a:p>
          <a:r>
            <a:rPr lang="fr-FR" sz="1500" i="0"/>
            <a:t>Activer le « mode économie d'énergie » sur son ordinateur, ou le « mode avion » sur son smartphone</a:t>
          </a:r>
          <a:endParaRPr lang="fr-FR" sz="1500"/>
        </a:p>
      </dgm:t>
    </dgm:pt>
    <dgm:pt modelId="{BEBFB29B-4659-421D-A907-5DEE5CDDC72F}" type="parTrans" cxnId="{EB4AFDD4-71E6-4234-8D1F-4E001A99EDFB}">
      <dgm:prSet/>
      <dgm:spPr/>
      <dgm:t>
        <a:bodyPr/>
        <a:lstStyle/>
        <a:p>
          <a:endParaRPr lang="fr-FR"/>
        </a:p>
      </dgm:t>
    </dgm:pt>
    <dgm:pt modelId="{3A48ACAB-687C-4389-8AD1-6CAB5F68E08E}" type="sibTrans" cxnId="{EB4AFDD4-71E6-4234-8D1F-4E001A99EDFB}">
      <dgm:prSet/>
      <dgm:spPr/>
      <dgm:t>
        <a:bodyPr/>
        <a:lstStyle/>
        <a:p>
          <a:endParaRPr lang="fr-FR"/>
        </a:p>
      </dgm:t>
    </dgm:pt>
    <dgm:pt modelId="{11D04345-DEEB-417E-AA0B-D04A54F3FAD6}">
      <dgm:prSet custT="1"/>
      <dgm:spPr/>
      <dgm:t>
        <a:bodyPr/>
        <a:lstStyle/>
        <a:p>
          <a:r>
            <a:rPr lang="fr-FR" sz="1500" i="0"/>
            <a:t>Fermer ou supprimer les applications inutilisées sur son smartphone</a:t>
          </a:r>
          <a:endParaRPr lang="fr-FR" sz="1500"/>
        </a:p>
      </dgm:t>
    </dgm:pt>
    <dgm:pt modelId="{DE358749-0687-4851-8355-4E522AC39935}" type="parTrans" cxnId="{3F94BDF9-C444-4BEC-8FB1-0A2F3384D7B7}">
      <dgm:prSet/>
      <dgm:spPr/>
      <dgm:t>
        <a:bodyPr/>
        <a:lstStyle/>
        <a:p>
          <a:endParaRPr lang="fr-FR"/>
        </a:p>
      </dgm:t>
    </dgm:pt>
    <dgm:pt modelId="{AC6EF970-2F56-476B-971E-B45A33312A57}" type="sibTrans" cxnId="{3F94BDF9-C444-4BEC-8FB1-0A2F3384D7B7}">
      <dgm:prSet/>
      <dgm:spPr/>
      <dgm:t>
        <a:bodyPr/>
        <a:lstStyle/>
        <a:p>
          <a:endParaRPr lang="fr-FR"/>
        </a:p>
      </dgm:t>
    </dgm:pt>
    <dgm:pt modelId="{73EA2B71-0560-4396-A357-F6F7BD0C302C}">
      <dgm:prSet custT="1"/>
      <dgm:spPr/>
      <dgm:t>
        <a:bodyPr/>
        <a:lstStyle/>
        <a:p>
          <a:r>
            <a:rPr lang="fr-FR" sz="1500" i="0"/>
            <a:t>Désactiver le wifi de la box internet lorsqu'il n'est pas utilisé</a:t>
          </a:r>
          <a:endParaRPr lang="fr-FR" sz="1500"/>
        </a:p>
      </dgm:t>
    </dgm:pt>
    <dgm:pt modelId="{5EAAE444-42A5-456A-B578-6C7FA5E4E6C1}" type="parTrans" cxnId="{A17C6E83-069D-41A8-9F7B-B3A225B795AF}">
      <dgm:prSet/>
      <dgm:spPr/>
      <dgm:t>
        <a:bodyPr/>
        <a:lstStyle/>
        <a:p>
          <a:endParaRPr lang="fr-FR"/>
        </a:p>
      </dgm:t>
    </dgm:pt>
    <dgm:pt modelId="{F2C1DD5F-16E2-4ADF-AABF-9C2462F5CD8F}" type="sibTrans" cxnId="{A17C6E83-069D-41A8-9F7B-B3A225B795AF}">
      <dgm:prSet/>
      <dgm:spPr/>
      <dgm:t>
        <a:bodyPr/>
        <a:lstStyle/>
        <a:p>
          <a:endParaRPr lang="fr-FR"/>
        </a:p>
      </dgm:t>
    </dgm:pt>
    <dgm:pt modelId="{BD793AD4-FF88-40DA-8283-557F639E07A7}" type="pres">
      <dgm:prSet presAssocID="{A4FEE3FA-0579-4F8A-8D70-3EB43EBE923F}" presName="Name0" presStyleCnt="0">
        <dgm:presLayoutVars>
          <dgm:dir/>
          <dgm:animLvl val="lvl"/>
          <dgm:resizeHandles val="exact"/>
        </dgm:presLayoutVars>
      </dgm:prSet>
      <dgm:spPr/>
    </dgm:pt>
    <dgm:pt modelId="{8A5A5B6C-EA85-4082-B216-6792FB40F209}" type="pres">
      <dgm:prSet presAssocID="{6BE52730-1189-49C7-94CB-25C4BA24F6AA}" presName="linNode" presStyleCnt="0"/>
      <dgm:spPr/>
    </dgm:pt>
    <dgm:pt modelId="{D02E6077-CCD2-4837-AD11-16DD97664C6E}" type="pres">
      <dgm:prSet presAssocID="{6BE52730-1189-49C7-94CB-25C4BA24F6AA}" presName="parentText" presStyleLbl="node1" presStyleIdx="0" presStyleCnt="1">
        <dgm:presLayoutVars>
          <dgm:chMax val="1"/>
          <dgm:bulletEnabled val="1"/>
        </dgm:presLayoutVars>
      </dgm:prSet>
      <dgm:spPr/>
    </dgm:pt>
    <dgm:pt modelId="{2ED5F76C-4A05-4A8B-8CE8-A1B13FA2E1F3}" type="pres">
      <dgm:prSet presAssocID="{6BE52730-1189-49C7-94CB-25C4BA24F6AA}" presName="descendantText" presStyleLbl="alignAccFollowNode1" presStyleIdx="0" presStyleCnt="1">
        <dgm:presLayoutVars>
          <dgm:bulletEnabled val="1"/>
        </dgm:presLayoutVars>
      </dgm:prSet>
      <dgm:spPr/>
    </dgm:pt>
  </dgm:ptLst>
  <dgm:cxnLst>
    <dgm:cxn modelId="{EAB7AF1F-736B-4B03-AB0E-A8EC35261A02}" type="presOf" srcId="{A4FEE3FA-0579-4F8A-8D70-3EB43EBE923F}" destId="{BD793AD4-FF88-40DA-8283-557F639E07A7}" srcOrd="0" destOrd="0" presId="urn:microsoft.com/office/officeart/2005/8/layout/vList5"/>
    <dgm:cxn modelId="{852D825B-D493-43DA-B6D2-86065EC33B3E}" type="presOf" srcId="{73EA2B71-0560-4396-A357-F6F7BD0C302C}" destId="{2ED5F76C-4A05-4A8B-8CE8-A1B13FA2E1F3}" srcOrd="0" destOrd="3" presId="urn:microsoft.com/office/officeart/2005/8/layout/vList5"/>
    <dgm:cxn modelId="{43375E5F-03BF-433B-A645-0C9E18DD9A68}" type="presOf" srcId="{6BE52730-1189-49C7-94CB-25C4BA24F6AA}" destId="{D02E6077-CCD2-4837-AD11-16DD97664C6E}" srcOrd="0" destOrd="0" presId="urn:microsoft.com/office/officeart/2005/8/layout/vList5"/>
    <dgm:cxn modelId="{D32C2E73-9B6C-42B8-AD9C-589103CEC6CB}" type="presOf" srcId="{AF61B818-B353-4421-A7AE-45FC062078B4}" destId="{2ED5F76C-4A05-4A8B-8CE8-A1B13FA2E1F3}" srcOrd="0" destOrd="1" presId="urn:microsoft.com/office/officeart/2005/8/layout/vList5"/>
    <dgm:cxn modelId="{A17C6E83-069D-41A8-9F7B-B3A225B795AF}" srcId="{6BE52730-1189-49C7-94CB-25C4BA24F6AA}" destId="{73EA2B71-0560-4396-A357-F6F7BD0C302C}" srcOrd="3" destOrd="0" parTransId="{5EAAE444-42A5-456A-B578-6C7FA5E4E6C1}" sibTransId="{F2C1DD5F-16E2-4ADF-AABF-9C2462F5CD8F}"/>
    <dgm:cxn modelId="{C0E4E486-1706-438F-9CD7-0FFD6E7C5A94}" srcId="{A4FEE3FA-0579-4F8A-8D70-3EB43EBE923F}" destId="{6BE52730-1189-49C7-94CB-25C4BA24F6AA}" srcOrd="0" destOrd="0" parTransId="{30BC4EE6-4209-4545-8800-921BC03D943A}" sibTransId="{790D1805-257F-4773-8873-674535DCDEB0}"/>
    <dgm:cxn modelId="{26D57B9A-F45E-467F-A5FF-DB0621BB4F4C}" srcId="{6BE52730-1189-49C7-94CB-25C4BA24F6AA}" destId="{30D89CE5-3864-46FE-84CB-E127AECA3C61}" srcOrd="0" destOrd="0" parTransId="{06A816A5-B642-42FB-AC19-1AC9C470F35C}" sibTransId="{404AA7C2-0C3F-4FCB-AFB9-BE7CD5E492D8}"/>
    <dgm:cxn modelId="{4B6CADCC-95CF-4036-8E00-9EBABB14A95D}" type="presOf" srcId="{30D89CE5-3864-46FE-84CB-E127AECA3C61}" destId="{2ED5F76C-4A05-4A8B-8CE8-A1B13FA2E1F3}" srcOrd="0" destOrd="0" presId="urn:microsoft.com/office/officeart/2005/8/layout/vList5"/>
    <dgm:cxn modelId="{EB4AFDD4-71E6-4234-8D1F-4E001A99EDFB}" srcId="{6BE52730-1189-49C7-94CB-25C4BA24F6AA}" destId="{AF61B818-B353-4421-A7AE-45FC062078B4}" srcOrd="1" destOrd="0" parTransId="{BEBFB29B-4659-421D-A907-5DEE5CDDC72F}" sibTransId="{3A48ACAB-687C-4389-8AD1-6CAB5F68E08E}"/>
    <dgm:cxn modelId="{131D2EF1-BE1E-446E-9A96-EA7CCD17E40B}" type="presOf" srcId="{11D04345-DEEB-417E-AA0B-D04A54F3FAD6}" destId="{2ED5F76C-4A05-4A8B-8CE8-A1B13FA2E1F3}" srcOrd="0" destOrd="2" presId="urn:microsoft.com/office/officeart/2005/8/layout/vList5"/>
    <dgm:cxn modelId="{3F94BDF9-C444-4BEC-8FB1-0A2F3384D7B7}" srcId="{6BE52730-1189-49C7-94CB-25C4BA24F6AA}" destId="{11D04345-DEEB-417E-AA0B-D04A54F3FAD6}" srcOrd="2" destOrd="0" parTransId="{DE358749-0687-4851-8355-4E522AC39935}" sibTransId="{AC6EF970-2F56-476B-971E-B45A33312A57}"/>
    <dgm:cxn modelId="{FACEA67D-1057-4B64-AB20-CEB3AD765EBA}" type="presParOf" srcId="{BD793AD4-FF88-40DA-8283-557F639E07A7}" destId="{8A5A5B6C-EA85-4082-B216-6792FB40F209}" srcOrd="0" destOrd="0" presId="urn:microsoft.com/office/officeart/2005/8/layout/vList5"/>
    <dgm:cxn modelId="{773036B5-E59A-4B44-B1CA-E1486299637F}" type="presParOf" srcId="{8A5A5B6C-EA85-4082-B216-6792FB40F209}" destId="{D02E6077-CCD2-4837-AD11-16DD97664C6E}" srcOrd="0" destOrd="0" presId="urn:microsoft.com/office/officeart/2005/8/layout/vList5"/>
    <dgm:cxn modelId="{33DF9BFF-BF68-4F17-9C2A-68BF086EEFA9}" type="presParOf" srcId="{8A5A5B6C-EA85-4082-B216-6792FB40F209}" destId="{2ED5F76C-4A05-4A8B-8CE8-A1B13FA2E1F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5C9A70-A24F-4838-9E42-3072A1378AA2}"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fr-FR"/>
        </a:p>
      </dgm:t>
    </dgm:pt>
    <dgm:pt modelId="{4040313D-E778-4E35-B6D6-9CABAF915760}">
      <dgm:prSet custT="1"/>
      <dgm:spPr/>
      <dgm:t>
        <a:bodyPr/>
        <a:lstStyle/>
        <a:p>
          <a:r>
            <a:rPr lang="fr-FR" sz="2400" i="0"/>
            <a:t>Mieux naviguer</a:t>
          </a:r>
          <a:endParaRPr lang="fr-FR" sz="2400"/>
        </a:p>
      </dgm:t>
    </dgm:pt>
    <dgm:pt modelId="{015BB49A-20FF-4192-9040-BD3616AF836E}" type="parTrans" cxnId="{E6997F56-27A2-463C-9CEE-09B14AC0B4C9}">
      <dgm:prSet/>
      <dgm:spPr/>
      <dgm:t>
        <a:bodyPr/>
        <a:lstStyle/>
        <a:p>
          <a:endParaRPr lang="fr-FR"/>
        </a:p>
      </dgm:t>
    </dgm:pt>
    <dgm:pt modelId="{9F9CB1CC-207E-4C37-8A69-88823A27C13C}" type="sibTrans" cxnId="{E6997F56-27A2-463C-9CEE-09B14AC0B4C9}">
      <dgm:prSet/>
      <dgm:spPr/>
      <dgm:t>
        <a:bodyPr/>
        <a:lstStyle/>
        <a:p>
          <a:endParaRPr lang="fr-FR"/>
        </a:p>
      </dgm:t>
    </dgm:pt>
    <dgm:pt modelId="{5BC3A305-724C-4BD3-A8BF-429AA7208552}">
      <dgm:prSet custT="1"/>
      <dgm:spPr/>
      <dgm:t>
        <a:bodyPr/>
        <a:lstStyle/>
        <a:p>
          <a:r>
            <a:rPr lang="fr-FR" sz="1500" i="0"/>
            <a:t>Utiliser des mots-clés pour ses recherches</a:t>
          </a:r>
          <a:endParaRPr lang="fr-FR" sz="1500"/>
        </a:p>
      </dgm:t>
    </dgm:pt>
    <dgm:pt modelId="{16210152-52C3-49F3-AE5F-B8366BCB5294}" type="parTrans" cxnId="{5E12EEF0-3051-4499-9A08-96B57D57F3F7}">
      <dgm:prSet/>
      <dgm:spPr/>
      <dgm:t>
        <a:bodyPr/>
        <a:lstStyle/>
        <a:p>
          <a:endParaRPr lang="fr-FR"/>
        </a:p>
      </dgm:t>
    </dgm:pt>
    <dgm:pt modelId="{711C0CE5-BC25-4A8C-A4A0-B054906E2DD2}" type="sibTrans" cxnId="{5E12EEF0-3051-4499-9A08-96B57D57F3F7}">
      <dgm:prSet/>
      <dgm:spPr/>
      <dgm:t>
        <a:bodyPr/>
        <a:lstStyle/>
        <a:p>
          <a:endParaRPr lang="fr-FR"/>
        </a:p>
      </dgm:t>
    </dgm:pt>
    <dgm:pt modelId="{4DA6A8CA-6C6D-4873-BD7F-3C96C6CFDA5C}">
      <dgm:prSet custT="1"/>
      <dgm:spPr/>
      <dgm:t>
        <a:bodyPr/>
        <a:lstStyle/>
        <a:p>
          <a:r>
            <a:rPr lang="fr-FR" sz="1500" i="0"/>
            <a:t>Consulter son historique et enregistrer ses sites préférés dans les favoris pour y accéder plus rapidement</a:t>
          </a:r>
          <a:endParaRPr lang="fr-FR" sz="1500"/>
        </a:p>
      </dgm:t>
    </dgm:pt>
    <dgm:pt modelId="{AB280AEE-3603-43C5-B414-3CB20F98D817}" type="parTrans" cxnId="{A1747B4F-9B6E-4495-B017-033A4D791328}">
      <dgm:prSet/>
      <dgm:spPr/>
      <dgm:t>
        <a:bodyPr/>
        <a:lstStyle/>
        <a:p>
          <a:endParaRPr lang="fr-FR"/>
        </a:p>
      </dgm:t>
    </dgm:pt>
    <dgm:pt modelId="{5FAA52E7-6D9C-4C60-B92F-971C213D063F}" type="sibTrans" cxnId="{A1747B4F-9B6E-4495-B017-033A4D791328}">
      <dgm:prSet/>
      <dgm:spPr/>
      <dgm:t>
        <a:bodyPr/>
        <a:lstStyle/>
        <a:p>
          <a:endParaRPr lang="fr-FR"/>
        </a:p>
      </dgm:t>
    </dgm:pt>
    <dgm:pt modelId="{EC012F43-6AFD-416C-92C4-C80E5E0DE773}">
      <dgm:prSet custT="1"/>
      <dgm:spPr/>
      <dgm:t>
        <a:bodyPr/>
        <a:lstStyle/>
        <a:p>
          <a:r>
            <a:rPr lang="fr-FR" sz="1500" i="0"/>
            <a:t>Maîtriser ses usages : 10 minutes de vidéo en haute définition sur smartphone équivalent à un four de 2 000 W pendant 5 minutes. Mieux vaut télécharger.</a:t>
          </a:r>
          <a:endParaRPr lang="fr-FR" sz="1500"/>
        </a:p>
      </dgm:t>
    </dgm:pt>
    <dgm:pt modelId="{78A55C30-0829-4384-9D4E-C73BC07BE7D6}" type="parTrans" cxnId="{1C37FB7F-B1AE-4B52-A6B2-2AB3AADD4424}">
      <dgm:prSet/>
      <dgm:spPr/>
      <dgm:t>
        <a:bodyPr/>
        <a:lstStyle/>
        <a:p>
          <a:endParaRPr lang="fr-FR"/>
        </a:p>
      </dgm:t>
    </dgm:pt>
    <dgm:pt modelId="{92BDAEC8-F17D-4F28-BEA8-287325B08DD5}" type="sibTrans" cxnId="{1C37FB7F-B1AE-4B52-A6B2-2AB3AADD4424}">
      <dgm:prSet/>
      <dgm:spPr/>
      <dgm:t>
        <a:bodyPr/>
        <a:lstStyle/>
        <a:p>
          <a:endParaRPr lang="fr-FR"/>
        </a:p>
      </dgm:t>
    </dgm:pt>
    <dgm:pt modelId="{88E51677-0460-4185-9597-726A7E6767E7}">
      <dgm:prSet custT="1"/>
      <dgm:spPr/>
      <dgm:t>
        <a:bodyPr/>
        <a:lstStyle/>
        <a:p>
          <a:r>
            <a:rPr lang="fr-FR" sz="2400" i="0"/>
            <a:t>Limiter son temps d'écran</a:t>
          </a:r>
          <a:endParaRPr lang="fr-FR" sz="2400"/>
        </a:p>
      </dgm:t>
    </dgm:pt>
    <dgm:pt modelId="{B81DCA0A-021C-4BE6-90F5-F2CD456C2D8E}" type="parTrans" cxnId="{439F63C6-E513-4330-89AA-F5BB45EDCEEA}">
      <dgm:prSet/>
      <dgm:spPr/>
      <dgm:t>
        <a:bodyPr/>
        <a:lstStyle/>
        <a:p>
          <a:endParaRPr lang="fr-FR"/>
        </a:p>
      </dgm:t>
    </dgm:pt>
    <dgm:pt modelId="{BDBEE387-C8ED-46BB-ADF1-F790C0855ACE}" type="sibTrans" cxnId="{439F63C6-E513-4330-89AA-F5BB45EDCEEA}">
      <dgm:prSet/>
      <dgm:spPr/>
      <dgm:t>
        <a:bodyPr/>
        <a:lstStyle/>
        <a:p>
          <a:endParaRPr lang="fr-FR"/>
        </a:p>
      </dgm:t>
    </dgm:pt>
    <dgm:pt modelId="{FB94E564-C492-4030-8F3B-5783A88C1535}">
      <dgm:prSet custT="1"/>
      <dgm:spPr/>
      <dgm:t>
        <a:bodyPr/>
        <a:lstStyle/>
        <a:p>
          <a:r>
            <a:rPr lang="fr-FR" sz="1500" i="0"/>
            <a:t>C'est bon pour la planète et pour soi !</a:t>
          </a:r>
          <a:endParaRPr lang="fr-FR" sz="1500"/>
        </a:p>
      </dgm:t>
    </dgm:pt>
    <dgm:pt modelId="{E33C336D-E527-47C7-852A-9F0FC3867E73}" type="parTrans" cxnId="{6C569186-78CB-4592-8477-47D6FB82807A}">
      <dgm:prSet/>
      <dgm:spPr/>
      <dgm:t>
        <a:bodyPr/>
        <a:lstStyle/>
        <a:p>
          <a:endParaRPr lang="fr-FR"/>
        </a:p>
      </dgm:t>
    </dgm:pt>
    <dgm:pt modelId="{8B1C588B-009F-459B-BE30-A5A5258E4D2B}" type="sibTrans" cxnId="{6C569186-78CB-4592-8477-47D6FB82807A}">
      <dgm:prSet/>
      <dgm:spPr/>
      <dgm:t>
        <a:bodyPr/>
        <a:lstStyle/>
        <a:p>
          <a:endParaRPr lang="fr-FR"/>
        </a:p>
      </dgm:t>
    </dgm:pt>
    <dgm:pt modelId="{5C82E575-9042-4208-B921-83F6FB51264A}" type="pres">
      <dgm:prSet presAssocID="{D05C9A70-A24F-4838-9E42-3072A1378AA2}" presName="Name0" presStyleCnt="0">
        <dgm:presLayoutVars>
          <dgm:dir/>
          <dgm:animLvl val="lvl"/>
          <dgm:resizeHandles val="exact"/>
        </dgm:presLayoutVars>
      </dgm:prSet>
      <dgm:spPr/>
    </dgm:pt>
    <dgm:pt modelId="{9E08D172-1D05-4888-BA5F-9AA1071BEF4A}" type="pres">
      <dgm:prSet presAssocID="{4040313D-E778-4E35-B6D6-9CABAF915760}" presName="linNode" presStyleCnt="0"/>
      <dgm:spPr/>
    </dgm:pt>
    <dgm:pt modelId="{6776C4E1-B341-42DF-B91E-3986A1A99EEB}" type="pres">
      <dgm:prSet presAssocID="{4040313D-E778-4E35-B6D6-9CABAF915760}" presName="parentText" presStyleLbl="node1" presStyleIdx="0" presStyleCnt="2">
        <dgm:presLayoutVars>
          <dgm:chMax val="1"/>
          <dgm:bulletEnabled val="1"/>
        </dgm:presLayoutVars>
      </dgm:prSet>
      <dgm:spPr/>
    </dgm:pt>
    <dgm:pt modelId="{D0C35CB4-5310-41AB-B39A-1861625968FD}" type="pres">
      <dgm:prSet presAssocID="{4040313D-E778-4E35-B6D6-9CABAF915760}" presName="descendantText" presStyleLbl="alignAccFollowNode1" presStyleIdx="0" presStyleCnt="2">
        <dgm:presLayoutVars>
          <dgm:bulletEnabled val="1"/>
        </dgm:presLayoutVars>
      </dgm:prSet>
      <dgm:spPr/>
    </dgm:pt>
    <dgm:pt modelId="{052962B1-57B1-4D41-952B-FE2C4F0504F5}" type="pres">
      <dgm:prSet presAssocID="{9F9CB1CC-207E-4C37-8A69-88823A27C13C}" presName="sp" presStyleCnt="0"/>
      <dgm:spPr/>
    </dgm:pt>
    <dgm:pt modelId="{13ACDCEC-2503-4562-8A31-B079CAB4C711}" type="pres">
      <dgm:prSet presAssocID="{88E51677-0460-4185-9597-726A7E6767E7}" presName="linNode" presStyleCnt="0"/>
      <dgm:spPr/>
    </dgm:pt>
    <dgm:pt modelId="{7899FB3E-C6DA-4319-8B9C-235C6D3ACA5E}" type="pres">
      <dgm:prSet presAssocID="{88E51677-0460-4185-9597-726A7E6767E7}" presName="parentText" presStyleLbl="node1" presStyleIdx="1" presStyleCnt="2">
        <dgm:presLayoutVars>
          <dgm:chMax val="1"/>
          <dgm:bulletEnabled val="1"/>
        </dgm:presLayoutVars>
      </dgm:prSet>
      <dgm:spPr/>
    </dgm:pt>
    <dgm:pt modelId="{D78A2113-932C-4BAB-8D1A-75719099AAA2}" type="pres">
      <dgm:prSet presAssocID="{88E51677-0460-4185-9597-726A7E6767E7}" presName="descendantText" presStyleLbl="alignAccFollowNode1" presStyleIdx="1" presStyleCnt="2">
        <dgm:presLayoutVars>
          <dgm:bulletEnabled val="1"/>
        </dgm:presLayoutVars>
      </dgm:prSet>
      <dgm:spPr/>
    </dgm:pt>
  </dgm:ptLst>
  <dgm:cxnLst>
    <dgm:cxn modelId="{DBD8C631-7E08-40CB-89B7-B91364CD22E6}" type="presOf" srcId="{88E51677-0460-4185-9597-726A7E6767E7}" destId="{7899FB3E-C6DA-4319-8B9C-235C6D3ACA5E}" srcOrd="0" destOrd="0" presId="urn:microsoft.com/office/officeart/2005/8/layout/vList5"/>
    <dgm:cxn modelId="{11BF544A-5FAC-4634-90E3-46A5BDF3252F}" type="presOf" srcId="{FB94E564-C492-4030-8F3B-5783A88C1535}" destId="{D78A2113-932C-4BAB-8D1A-75719099AAA2}" srcOrd="0" destOrd="0" presId="urn:microsoft.com/office/officeart/2005/8/layout/vList5"/>
    <dgm:cxn modelId="{A1747B4F-9B6E-4495-B017-033A4D791328}" srcId="{4040313D-E778-4E35-B6D6-9CABAF915760}" destId="{4DA6A8CA-6C6D-4873-BD7F-3C96C6CFDA5C}" srcOrd="1" destOrd="0" parTransId="{AB280AEE-3603-43C5-B414-3CB20F98D817}" sibTransId="{5FAA52E7-6D9C-4C60-B92F-971C213D063F}"/>
    <dgm:cxn modelId="{6EC94E73-6E61-4C54-BD4D-EF617864A16A}" type="presOf" srcId="{4040313D-E778-4E35-B6D6-9CABAF915760}" destId="{6776C4E1-B341-42DF-B91E-3986A1A99EEB}" srcOrd="0" destOrd="0" presId="urn:microsoft.com/office/officeart/2005/8/layout/vList5"/>
    <dgm:cxn modelId="{E6997F56-27A2-463C-9CEE-09B14AC0B4C9}" srcId="{D05C9A70-A24F-4838-9E42-3072A1378AA2}" destId="{4040313D-E778-4E35-B6D6-9CABAF915760}" srcOrd="0" destOrd="0" parTransId="{015BB49A-20FF-4192-9040-BD3616AF836E}" sibTransId="{9F9CB1CC-207E-4C37-8A69-88823A27C13C}"/>
    <dgm:cxn modelId="{1C37FB7F-B1AE-4B52-A6B2-2AB3AADD4424}" srcId="{4040313D-E778-4E35-B6D6-9CABAF915760}" destId="{EC012F43-6AFD-416C-92C4-C80E5E0DE773}" srcOrd="2" destOrd="0" parTransId="{78A55C30-0829-4384-9D4E-C73BC07BE7D6}" sibTransId="{92BDAEC8-F17D-4F28-BEA8-287325B08DD5}"/>
    <dgm:cxn modelId="{0824F282-771F-4E11-BD42-F611F3E9397B}" type="presOf" srcId="{D05C9A70-A24F-4838-9E42-3072A1378AA2}" destId="{5C82E575-9042-4208-B921-83F6FB51264A}" srcOrd="0" destOrd="0" presId="urn:microsoft.com/office/officeart/2005/8/layout/vList5"/>
    <dgm:cxn modelId="{6C569186-78CB-4592-8477-47D6FB82807A}" srcId="{88E51677-0460-4185-9597-726A7E6767E7}" destId="{FB94E564-C492-4030-8F3B-5783A88C1535}" srcOrd="0" destOrd="0" parTransId="{E33C336D-E527-47C7-852A-9F0FC3867E73}" sibTransId="{8B1C588B-009F-459B-BE30-A5A5258E4D2B}"/>
    <dgm:cxn modelId="{28DADE95-9E22-414C-A871-F30470135198}" type="presOf" srcId="{5BC3A305-724C-4BD3-A8BF-429AA7208552}" destId="{D0C35CB4-5310-41AB-B39A-1861625968FD}" srcOrd="0" destOrd="0" presId="urn:microsoft.com/office/officeart/2005/8/layout/vList5"/>
    <dgm:cxn modelId="{D801C2A3-2E0F-46F9-8190-A96F540429DA}" type="presOf" srcId="{EC012F43-6AFD-416C-92C4-C80E5E0DE773}" destId="{D0C35CB4-5310-41AB-B39A-1861625968FD}" srcOrd="0" destOrd="2" presId="urn:microsoft.com/office/officeart/2005/8/layout/vList5"/>
    <dgm:cxn modelId="{439F63C6-E513-4330-89AA-F5BB45EDCEEA}" srcId="{D05C9A70-A24F-4838-9E42-3072A1378AA2}" destId="{88E51677-0460-4185-9597-726A7E6767E7}" srcOrd="1" destOrd="0" parTransId="{B81DCA0A-021C-4BE6-90F5-F2CD456C2D8E}" sibTransId="{BDBEE387-C8ED-46BB-ADF1-F790C0855ACE}"/>
    <dgm:cxn modelId="{B002D1DC-B30D-4DFC-8AB8-F369070B6DA2}" type="presOf" srcId="{4DA6A8CA-6C6D-4873-BD7F-3C96C6CFDA5C}" destId="{D0C35CB4-5310-41AB-B39A-1861625968FD}" srcOrd="0" destOrd="1" presId="urn:microsoft.com/office/officeart/2005/8/layout/vList5"/>
    <dgm:cxn modelId="{5E12EEF0-3051-4499-9A08-96B57D57F3F7}" srcId="{4040313D-E778-4E35-B6D6-9CABAF915760}" destId="{5BC3A305-724C-4BD3-A8BF-429AA7208552}" srcOrd="0" destOrd="0" parTransId="{16210152-52C3-49F3-AE5F-B8366BCB5294}" sibTransId="{711C0CE5-BC25-4A8C-A4A0-B054906E2DD2}"/>
    <dgm:cxn modelId="{2184D04E-30C7-4666-926B-C6F7282A2D6F}" type="presParOf" srcId="{5C82E575-9042-4208-B921-83F6FB51264A}" destId="{9E08D172-1D05-4888-BA5F-9AA1071BEF4A}" srcOrd="0" destOrd="0" presId="urn:microsoft.com/office/officeart/2005/8/layout/vList5"/>
    <dgm:cxn modelId="{EE1825E0-6BB3-4DC7-AB12-8ABE6213DEF2}" type="presParOf" srcId="{9E08D172-1D05-4888-BA5F-9AA1071BEF4A}" destId="{6776C4E1-B341-42DF-B91E-3986A1A99EEB}" srcOrd="0" destOrd="0" presId="urn:microsoft.com/office/officeart/2005/8/layout/vList5"/>
    <dgm:cxn modelId="{CAF5189F-75E3-4D92-824A-30F95BF4D125}" type="presParOf" srcId="{9E08D172-1D05-4888-BA5F-9AA1071BEF4A}" destId="{D0C35CB4-5310-41AB-B39A-1861625968FD}" srcOrd="1" destOrd="0" presId="urn:microsoft.com/office/officeart/2005/8/layout/vList5"/>
    <dgm:cxn modelId="{FFB849E5-DFDD-4AFE-B55F-3ED1BB68CAB3}" type="presParOf" srcId="{5C82E575-9042-4208-B921-83F6FB51264A}" destId="{052962B1-57B1-4D41-952B-FE2C4F0504F5}" srcOrd="1" destOrd="0" presId="urn:microsoft.com/office/officeart/2005/8/layout/vList5"/>
    <dgm:cxn modelId="{B67521E4-D2A4-4148-8CBE-2A8EADB123A5}" type="presParOf" srcId="{5C82E575-9042-4208-B921-83F6FB51264A}" destId="{13ACDCEC-2503-4562-8A31-B079CAB4C711}" srcOrd="2" destOrd="0" presId="urn:microsoft.com/office/officeart/2005/8/layout/vList5"/>
    <dgm:cxn modelId="{CAD3E482-8231-4035-978B-12697A6DD2C7}" type="presParOf" srcId="{13ACDCEC-2503-4562-8A31-B079CAB4C711}" destId="{7899FB3E-C6DA-4319-8B9C-235C6D3ACA5E}" srcOrd="0" destOrd="0" presId="urn:microsoft.com/office/officeart/2005/8/layout/vList5"/>
    <dgm:cxn modelId="{68C197B7-23CE-4AAE-B8FF-524B0DBDED03}" type="presParOf" srcId="{13ACDCEC-2503-4562-8A31-B079CAB4C711}" destId="{D78A2113-932C-4BAB-8D1A-75719099AAA2}"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7A55EE6-F47E-42AA-A48E-C7F57ED09F78}"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fr-FR"/>
        </a:p>
      </dgm:t>
    </dgm:pt>
    <dgm:pt modelId="{D3D486F1-370C-430E-919D-BB711ADECC81}">
      <dgm:prSet custT="1"/>
      <dgm:spPr/>
      <dgm:t>
        <a:bodyPr/>
        <a:lstStyle/>
        <a:p>
          <a:r>
            <a:rPr lang="fr-FR" sz="2400" i="0"/>
            <a:t>Stockage des données</a:t>
          </a:r>
          <a:endParaRPr lang="fr-FR" sz="2400"/>
        </a:p>
      </dgm:t>
    </dgm:pt>
    <dgm:pt modelId="{48E97AA9-E474-4105-B83B-43FDB086211D}" type="parTrans" cxnId="{6291E617-A207-474F-9D2D-66902C217511}">
      <dgm:prSet/>
      <dgm:spPr/>
      <dgm:t>
        <a:bodyPr/>
        <a:lstStyle/>
        <a:p>
          <a:endParaRPr lang="fr-FR"/>
        </a:p>
      </dgm:t>
    </dgm:pt>
    <dgm:pt modelId="{C3F8DF16-5EBB-46EF-93F8-73CC6F46A0A1}" type="sibTrans" cxnId="{6291E617-A207-474F-9D2D-66902C217511}">
      <dgm:prSet/>
      <dgm:spPr/>
      <dgm:t>
        <a:bodyPr/>
        <a:lstStyle/>
        <a:p>
          <a:endParaRPr lang="fr-FR"/>
        </a:p>
      </dgm:t>
    </dgm:pt>
    <dgm:pt modelId="{EF0E5962-F902-4FEF-8251-DEC0B01D9791}">
      <dgm:prSet custT="1"/>
      <dgm:spPr/>
      <dgm:t>
        <a:bodyPr/>
        <a:lstStyle/>
        <a:p>
          <a:r>
            <a:rPr lang="fr-FR" sz="1500" i="0"/>
            <a:t>Le stockage peut se faire en local, sur la mémoire de vos appareils, ou en externe grâce aux Clouds : ces espaces sont souvent gratuits mais très énergivores</a:t>
          </a:r>
          <a:endParaRPr lang="fr-FR" sz="1500"/>
        </a:p>
      </dgm:t>
    </dgm:pt>
    <dgm:pt modelId="{50360A86-F818-49A7-80CE-8EA8B23A4812}" type="parTrans" cxnId="{D3292927-0813-4441-AF8D-2116372A918B}">
      <dgm:prSet/>
      <dgm:spPr/>
      <dgm:t>
        <a:bodyPr/>
        <a:lstStyle/>
        <a:p>
          <a:endParaRPr lang="fr-FR"/>
        </a:p>
      </dgm:t>
    </dgm:pt>
    <dgm:pt modelId="{BFF62F3B-08FB-4183-A5DE-9F351632B49F}" type="sibTrans" cxnId="{D3292927-0813-4441-AF8D-2116372A918B}">
      <dgm:prSet/>
      <dgm:spPr/>
      <dgm:t>
        <a:bodyPr/>
        <a:lstStyle/>
        <a:p>
          <a:endParaRPr lang="fr-FR"/>
        </a:p>
      </dgm:t>
    </dgm:pt>
    <dgm:pt modelId="{90DA679C-7632-4DC2-9049-7A74004EC140}">
      <dgm:prSet custT="1"/>
      <dgm:spPr/>
      <dgm:t>
        <a:bodyPr/>
        <a:lstStyle/>
        <a:p>
          <a:r>
            <a:rPr lang="fr-FR" sz="1500" i="0"/>
            <a:t>Trier, classer et supprimer ses données régulièrement</a:t>
          </a:r>
          <a:endParaRPr lang="fr-FR" sz="1500"/>
        </a:p>
      </dgm:t>
    </dgm:pt>
    <dgm:pt modelId="{8E6D1F99-B1B3-4714-89A9-6D2C8D8366A8}" type="parTrans" cxnId="{78F55887-75C0-48BE-92DA-D08833E8713F}">
      <dgm:prSet/>
      <dgm:spPr/>
      <dgm:t>
        <a:bodyPr/>
        <a:lstStyle/>
        <a:p>
          <a:endParaRPr lang="fr-FR"/>
        </a:p>
      </dgm:t>
    </dgm:pt>
    <dgm:pt modelId="{EAAA7CCC-3041-4BC9-A703-40CDFF410D87}" type="sibTrans" cxnId="{78F55887-75C0-48BE-92DA-D08833E8713F}">
      <dgm:prSet/>
      <dgm:spPr/>
      <dgm:t>
        <a:bodyPr/>
        <a:lstStyle/>
        <a:p>
          <a:endParaRPr lang="fr-FR"/>
        </a:p>
      </dgm:t>
    </dgm:pt>
    <dgm:pt modelId="{4666BF2C-B6D2-4FF9-8F27-D55EF782C091}">
      <dgm:prSet custT="1"/>
      <dgm:spPr/>
      <dgm:t>
        <a:bodyPr/>
        <a:lstStyle/>
        <a:p>
          <a:r>
            <a:rPr lang="fr-FR" sz="1500" i="0"/>
            <a:t>Privilégier le stockage de ses données en local est plus éco-responsable</a:t>
          </a:r>
          <a:endParaRPr lang="fr-FR" sz="1500"/>
        </a:p>
      </dgm:t>
    </dgm:pt>
    <dgm:pt modelId="{D98AFCFA-352D-44C4-B148-FA55ED5D99FD}" type="parTrans" cxnId="{130CF7C7-CC7F-4098-B756-E9EBD8F597C5}">
      <dgm:prSet/>
      <dgm:spPr/>
      <dgm:t>
        <a:bodyPr/>
        <a:lstStyle/>
        <a:p>
          <a:endParaRPr lang="fr-FR"/>
        </a:p>
      </dgm:t>
    </dgm:pt>
    <dgm:pt modelId="{65B58FE2-15DA-4260-89CC-A114A440B8BF}" type="sibTrans" cxnId="{130CF7C7-CC7F-4098-B756-E9EBD8F597C5}">
      <dgm:prSet/>
      <dgm:spPr/>
      <dgm:t>
        <a:bodyPr/>
        <a:lstStyle/>
        <a:p>
          <a:endParaRPr lang="fr-FR"/>
        </a:p>
      </dgm:t>
    </dgm:pt>
    <dgm:pt modelId="{C8B091D1-069F-40BD-A4EC-24F8D6918A78}" type="pres">
      <dgm:prSet presAssocID="{A7A55EE6-F47E-42AA-A48E-C7F57ED09F78}" presName="Name0" presStyleCnt="0">
        <dgm:presLayoutVars>
          <dgm:dir/>
          <dgm:animLvl val="lvl"/>
          <dgm:resizeHandles val="exact"/>
        </dgm:presLayoutVars>
      </dgm:prSet>
      <dgm:spPr/>
    </dgm:pt>
    <dgm:pt modelId="{B1A5CE36-F269-4028-8E9B-AC9A84F107FB}" type="pres">
      <dgm:prSet presAssocID="{D3D486F1-370C-430E-919D-BB711ADECC81}" presName="linNode" presStyleCnt="0"/>
      <dgm:spPr/>
    </dgm:pt>
    <dgm:pt modelId="{C4960A05-C479-4B12-8D55-D10C20C51E89}" type="pres">
      <dgm:prSet presAssocID="{D3D486F1-370C-430E-919D-BB711ADECC81}" presName="parentText" presStyleLbl="node1" presStyleIdx="0" presStyleCnt="1">
        <dgm:presLayoutVars>
          <dgm:chMax val="1"/>
          <dgm:bulletEnabled val="1"/>
        </dgm:presLayoutVars>
      </dgm:prSet>
      <dgm:spPr/>
    </dgm:pt>
    <dgm:pt modelId="{D7904DF6-27A4-4728-AF8C-1DE2329E03F3}" type="pres">
      <dgm:prSet presAssocID="{D3D486F1-370C-430E-919D-BB711ADECC81}" presName="descendantText" presStyleLbl="alignAccFollowNode1" presStyleIdx="0" presStyleCnt="1">
        <dgm:presLayoutVars>
          <dgm:bulletEnabled val="1"/>
        </dgm:presLayoutVars>
      </dgm:prSet>
      <dgm:spPr/>
    </dgm:pt>
  </dgm:ptLst>
  <dgm:cxnLst>
    <dgm:cxn modelId="{6291E617-A207-474F-9D2D-66902C217511}" srcId="{A7A55EE6-F47E-42AA-A48E-C7F57ED09F78}" destId="{D3D486F1-370C-430E-919D-BB711ADECC81}" srcOrd="0" destOrd="0" parTransId="{48E97AA9-E474-4105-B83B-43FDB086211D}" sibTransId="{C3F8DF16-5EBB-46EF-93F8-73CC6F46A0A1}"/>
    <dgm:cxn modelId="{D3292927-0813-4441-AF8D-2116372A918B}" srcId="{D3D486F1-370C-430E-919D-BB711ADECC81}" destId="{EF0E5962-F902-4FEF-8251-DEC0B01D9791}" srcOrd="0" destOrd="0" parTransId="{50360A86-F818-49A7-80CE-8EA8B23A4812}" sibTransId="{BFF62F3B-08FB-4183-A5DE-9F351632B49F}"/>
    <dgm:cxn modelId="{78F55887-75C0-48BE-92DA-D08833E8713F}" srcId="{D3D486F1-370C-430E-919D-BB711ADECC81}" destId="{90DA679C-7632-4DC2-9049-7A74004EC140}" srcOrd="1" destOrd="0" parTransId="{8E6D1F99-B1B3-4714-89A9-6D2C8D8366A8}" sibTransId="{EAAA7CCC-3041-4BC9-A703-40CDFF410D87}"/>
    <dgm:cxn modelId="{43C48599-F90E-44AE-85F1-24729515BA09}" type="presOf" srcId="{D3D486F1-370C-430E-919D-BB711ADECC81}" destId="{C4960A05-C479-4B12-8D55-D10C20C51E89}" srcOrd="0" destOrd="0" presId="urn:microsoft.com/office/officeart/2005/8/layout/vList5"/>
    <dgm:cxn modelId="{31BCAEAF-78B3-40AA-9665-E167BD91CFBD}" type="presOf" srcId="{EF0E5962-F902-4FEF-8251-DEC0B01D9791}" destId="{D7904DF6-27A4-4728-AF8C-1DE2329E03F3}" srcOrd="0" destOrd="0" presId="urn:microsoft.com/office/officeart/2005/8/layout/vList5"/>
    <dgm:cxn modelId="{2FC09DB2-A05B-42F3-8B86-72865EA6D2DC}" type="presOf" srcId="{4666BF2C-B6D2-4FF9-8F27-D55EF782C091}" destId="{D7904DF6-27A4-4728-AF8C-1DE2329E03F3}" srcOrd="0" destOrd="2" presId="urn:microsoft.com/office/officeart/2005/8/layout/vList5"/>
    <dgm:cxn modelId="{6D5101C2-3B07-4138-A1E3-FAC3354EDBA3}" type="presOf" srcId="{A7A55EE6-F47E-42AA-A48E-C7F57ED09F78}" destId="{C8B091D1-069F-40BD-A4EC-24F8D6918A78}" srcOrd="0" destOrd="0" presId="urn:microsoft.com/office/officeart/2005/8/layout/vList5"/>
    <dgm:cxn modelId="{130CF7C7-CC7F-4098-B756-E9EBD8F597C5}" srcId="{D3D486F1-370C-430E-919D-BB711ADECC81}" destId="{4666BF2C-B6D2-4FF9-8F27-D55EF782C091}" srcOrd="2" destOrd="0" parTransId="{D98AFCFA-352D-44C4-B148-FA55ED5D99FD}" sibTransId="{65B58FE2-15DA-4260-89CC-A114A440B8BF}"/>
    <dgm:cxn modelId="{BC4AC4EA-1DEA-47F3-BDAB-B2A9381A3E6E}" type="presOf" srcId="{90DA679C-7632-4DC2-9049-7A74004EC140}" destId="{D7904DF6-27A4-4728-AF8C-1DE2329E03F3}" srcOrd="0" destOrd="1" presId="urn:microsoft.com/office/officeart/2005/8/layout/vList5"/>
    <dgm:cxn modelId="{267D234D-1AE1-4A2A-862A-67B8E884B41D}" type="presParOf" srcId="{C8B091D1-069F-40BD-A4EC-24F8D6918A78}" destId="{B1A5CE36-F269-4028-8E9B-AC9A84F107FB}" srcOrd="0" destOrd="0" presId="urn:microsoft.com/office/officeart/2005/8/layout/vList5"/>
    <dgm:cxn modelId="{81A9E85A-79C4-4CE1-8EC5-6F5D5238EC9A}" type="presParOf" srcId="{B1A5CE36-F269-4028-8E9B-AC9A84F107FB}" destId="{C4960A05-C479-4B12-8D55-D10C20C51E89}" srcOrd="0" destOrd="0" presId="urn:microsoft.com/office/officeart/2005/8/layout/vList5"/>
    <dgm:cxn modelId="{BD38CFC1-BE83-4F22-A3E0-19E9C1C50E8D}" type="presParOf" srcId="{B1A5CE36-F269-4028-8E9B-AC9A84F107FB}" destId="{D7904DF6-27A4-4728-AF8C-1DE2329E03F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1C19E16-A5FE-46DB-93BB-31696E9699F5}"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fr-FR"/>
        </a:p>
      </dgm:t>
    </dgm:pt>
    <dgm:pt modelId="{6C3BE22D-CD10-42FE-87D5-0F50CD05AE71}">
      <dgm:prSet custT="1"/>
      <dgm:spPr/>
      <dgm:t>
        <a:bodyPr/>
        <a:lstStyle/>
        <a:p>
          <a:r>
            <a:rPr lang="fr-FR" sz="2400" i="0"/>
            <a:t>Nettoyer sa boîte mail</a:t>
          </a:r>
          <a:endParaRPr lang="fr-FR" sz="2400"/>
        </a:p>
      </dgm:t>
    </dgm:pt>
    <dgm:pt modelId="{247622D3-D211-4C5C-8980-4C447B79FAD4}" type="parTrans" cxnId="{4D074AA8-9F8F-4D40-B322-1D6656466E64}">
      <dgm:prSet/>
      <dgm:spPr/>
      <dgm:t>
        <a:bodyPr/>
        <a:lstStyle/>
        <a:p>
          <a:endParaRPr lang="fr-FR"/>
        </a:p>
      </dgm:t>
    </dgm:pt>
    <dgm:pt modelId="{AF0A6932-6860-4F77-AD43-2B1465793480}" type="sibTrans" cxnId="{4D074AA8-9F8F-4D40-B322-1D6656466E64}">
      <dgm:prSet/>
      <dgm:spPr/>
      <dgm:t>
        <a:bodyPr/>
        <a:lstStyle/>
        <a:p>
          <a:endParaRPr lang="fr-FR"/>
        </a:p>
      </dgm:t>
    </dgm:pt>
    <dgm:pt modelId="{6CC9C86C-0E80-4639-B9F6-A48C6BA4F921}">
      <dgm:prSet custT="1"/>
      <dgm:spPr/>
      <dgm:t>
        <a:bodyPr/>
        <a:lstStyle/>
        <a:p>
          <a:r>
            <a:rPr lang="fr-FR" sz="1500" i="0"/>
            <a:t>Alléger les mails envoyés : fichiers compressés ou en basse définition, pièces jointes supprimées dans les réponses, liens hypertextes pour transmettre un document</a:t>
          </a:r>
          <a:endParaRPr lang="fr-FR" sz="1500"/>
        </a:p>
      </dgm:t>
    </dgm:pt>
    <dgm:pt modelId="{DA008CC2-C528-4725-A85E-6CA0ED7F3536}" type="parTrans" cxnId="{CB5858CE-579A-409C-9B90-0570C1B570EE}">
      <dgm:prSet/>
      <dgm:spPr/>
      <dgm:t>
        <a:bodyPr/>
        <a:lstStyle/>
        <a:p>
          <a:endParaRPr lang="fr-FR"/>
        </a:p>
      </dgm:t>
    </dgm:pt>
    <dgm:pt modelId="{0558E177-741E-4A60-85A7-6EC5A28EEF3A}" type="sibTrans" cxnId="{CB5858CE-579A-409C-9B90-0570C1B570EE}">
      <dgm:prSet/>
      <dgm:spPr/>
      <dgm:t>
        <a:bodyPr/>
        <a:lstStyle/>
        <a:p>
          <a:endParaRPr lang="fr-FR"/>
        </a:p>
      </dgm:t>
    </dgm:pt>
    <dgm:pt modelId="{E01948B8-EE56-4252-A713-B87DC5CCB365}">
      <dgm:prSet custT="1"/>
      <dgm:spPr/>
      <dgm:t>
        <a:bodyPr/>
        <a:lstStyle/>
        <a:p>
          <a:r>
            <a:rPr lang="fr-FR" sz="1500" i="0"/>
            <a:t>Conserver uniquement les mails importants et nettoyer régulièrement sa boîte mail</a:t>
          </a:r>
          <a:endParaRPr lang="fr-FR" sz="1500"/>
        </a:p>
      </dgm:t>
    </dgm:pt>
    <dgm:pt modelId="{0FED14EB-CA88-4E74-AA2A-64F12C83E61C}" type="parTrans" cxnId="{DF8E5880-2340-4DEF-80EC-9740BBFC167C}">
      <dgm:prSet/>
      <dgm:spPr/>
      <dgm:t>
        <a:bodyPr/>
        <a:lstStyle/>
        <a:p>
          <a:endParaRPr lang="fr-FR"/>
        </a:p>
      </dgm:t>
    </dgm:pt>
    <dgm:pt modelId="{13205924-243A-4213-A8A0-02581A030208}" type="sibTrans" cxnId="{DF8E5880-2340-4DEF-80EC-9740BBFC167C}">
      <dgm:prSet/>
      <dgm:spPr/>
      <dgm:t>
        <a:bodyPr/>
        <a:lstStyle/>
        <a:p>
          <a:endParaRPr lang="fr-FR"/>
        </a:p>
      </dgm:t>
    </dgm:pt>
    <dgm:pt modelId="{1EC2E0C0-9AAB-4633-BC1E-628C51CE572B}">
      <dgm:prSet custT="1"/>
      <dgm:spPr/>
      <dgm:t>
        <a:bodyPr/>
        <a:lstStyle/>
        <a:p>
          <a:r>
            <a:rPr lang="fr-FR" sz="1500" i="0"/>
            <a:t>Installer un anti-spam et se désinscrire des newsletters ou publicités que l'on ne lit pas</a:t>
          </a:r>
          <a:endParaRPr lang="fr-FR" sz="1500"/>
        </a:p>
      </dgm:t>
    </dgm:pt>
    <dgm:pt modelId="{5D8D6030-4115-448C-8757-2817B31AABD0}" type="parTrans" cxnId="{96A313B6-B484-4865-908A-2D0A9217469F}">
      <dgm:prSet/>
      <dgm:spPr/>
      <dgm:t>
        <a:bodyPr/>
        <a:lstStyle/>
        <a:p>
          <a:endParaRPr lang="fr-FR"/>
        </a:p>
      </dgm:t>
    </dgm:pt>
    <dgm:pt modelId="{54A997A9-270C-49AD-B886-8AE519CA93AA}" type="sibTrans" cxnId="{96A313B6-B484-4865-908A-2D0A9217469F}">
      <dgm:prSet/>
      <dgm:spPr/>
      <dgm:t>
        <a:bodyPr/>
        <a:lstStyle/>
        <a:p>
          <a:endParaRPr lang="fr-FR"/>
        </a:p>
      </dgm:t>
    </dgm:pt>
    <dgm:pt modelId="{6F9AA6A8-78DB-4CA0-8402-28508F88E4D4}" type="pres">
      <dgm:prSet presAssocID="{F1C19E16-A5FE-46DB-93BB-31696E9699F5}" presName="Name0" presStyleCnt="0">
        <dgm:presLayoutVars>
          <dgm:dir/>
          <dgm:animLvl val="lvl"/>
          <dgm:resizeHandles val="exact"/>
        </dgm:presLayoutVars>
      </dgm:prSet>
      <dgm:spPr/>
    </dgm:pt>
    <dgm:pt modelId="{404DB40C-F199-4118-BA0B-166A726BC1D9}" type="pres">
      <dgm:prSet presAssocID="{6C3BE22D-CD10-42FE-87D5-0F50CD05AE71}" presName="linNode" presStyleCnt="0"/>
      <dgm:spPr/>
    </dgm:pt>
    <dgm:pt modelId="{8B0EE149-902A-4BB2-A18F-0744F26A4FF5}" type="pres">
      <dgm:prSet presAssocID="{6C3BE22D-CD10-42FE-87D5-0F50CD05AE71}" presName="parentText" presStyleLbl="node1" presStyleIdx="0" presStyleCnt="1">
        <dgm:presLayoutVars>
          <dgm:chMax val="1"/>
          <dgm:bulletEnabled val="1"/>
        </dgm:presLayoutVars>
      </dgm:prSet>
      <dgm:spPr/>
    </dgm:pt>
    <dgm:pt modelId="{88B6C9E2-3962-4B31-A09C-EC70CDAAE7B4}" type="pres">
      <dgm:prSet presAssocID="{6C3BE22D-CD10-42FE-87D5-0F50CD05AE71}" presName="descendantText" presStyleLbl="alignAccFollowNode1" presStyleIdx="0" presStyleCnt="1">
        <dgm:presLayoutVars>
          <dgm:bulletEnabled val="1"/>
        </dgm:presLayoutVars>
      </dgm:prSet>
      <dgm:spPr/>
    </dgm:pt>
  </dgm:ptLst>
  <dgm:cxnLst>
    <dgm:cxn modelId="{70B00109-5C7B-4DEB-9D18-46B306E6CF01}" type="presOf" srcId="{6CC9C86C-0E80-4639-B9F6-A48C6BA4F921}" destId="{88B6C9E2-3962-4B31-A09C-EC70CDAAE7B4}" srcOrd="0" destOrd="0" presId="urn:microsoft.com/office/officeart/2005/8/layout/vList5"/>
    <dgm:cxn modelId="{DF8E5880-2340-4DEF-80EC-9740BBFC167C}" srcId="{6C3BE22D-CD10-42FE-87D5-0F50CD05AE71}" destId="{E01948B8-EE56-4252-A713-B87DC5CCB365}" srcOrd="1" destOrd="0" parTransId="{0FED14EB-CA88-4E74-AA2A-64F12C83E61C}" sibTransId="{13205924-243A-4213-A8A0-02581A030208}"/>
    <dgm:cxn modelId="{25D8CC88-268C-4F81-A213-446000864C0F}" type="presOf" srcId="{F1C19E16-A5FE-46DB-93BB-31696E9699F5}" destId="{6F9AA6A8-78DB-4CA0-8402-28508F88E4D4}" srcOrd="0" destOrd="0" presId="urn:microsoft.com/office/officeart/2005/8/layout/vList5"/>
    <dgm:cxn modelId="{45B0EC93-F4BE-4D97-8373-D213036D758C}" type="presOf" srcId="{E01948B8-EE56-4252-A713-B87DC5CCB365}" destId="{88B6C9E2-3962-4B31-A09C-EC70CDAAE7B4}" srcOrd="0" destOrd="1" presId="urn:microsoft.com/office/officeart/2005/8/layout/vList5"/>
    <dgm:cxn modelId="{14EF829F-D486-40BD-82E8-471685AABAFB}" type="presOf" srcId="{6C3BE22D-CD10-42FE-87D5-0F50CD05AE71}" destId="{8B0EE149-902A-4BB2-A18F-0744F26A4FF5}" srcOrd="0" destOrd="0" presId="urn:microsoft.com/office/officeart/2005/8/layout/vList5"/>
    <dgm:cxn modelId="{4D074AA8-9F8F-4D40-B322-1D6656466E64}" srcId="{F1C19E16-A5FE-46DB-93BB-31696E9699F5}" destId="{6C3BE22D-CD10-42FE-87D5-0F50CD05AE71}" srcOrd="0" destOrd="0" parTransId="{247622D3-D211-4C5C-8980-4C447B79FAD4}" sibTransId="{AF0A6932-6860-4F77-AD43-2B1465793480}"/>
    <dgm:cxn modelId="{96A313B6-B484-4865-908A-2D0A9217469F}" srcId="{6C3BE22D-CD10-42FE-87D5-0F50CD05AE71}" destId="{1EC2E0C0-9AAB-4633-BC1E-628C51CE572B}" srcOrd="2" destOrd="0" parTransId="{5D8D6030-4115-448C-8757-2817B31AABD0}" sibTransId="{54A997A9-270C-49AD-B886-8AE519CA93AA}"/>
    <dgm:cxn modelId="{CB5858CE-579A-409C-9B90-0570C1B570EE}" srcId="{6C3BE22D-CD10-42FE-87D5-0F50CD05AE71}" destId="{6CC9C86C-0E80-4639-B9F6-A48C6BA4F921}" srcOrd="0" destOrd="0" parTransId="{DA008CC2-C528-4725-A85E-6CA0ED7F3536}" sibTransId="{0558E177-741E-4A60-85A7-6EC5A28EEF3A}"/>
    <dgm:cxn modelId="{09F58DD0-2C6D-4FEB-A47F-15FCC8586B55}" type="presOf" srcId="{1EC2E0C0-9AAB-4633-BC1E-628C51CE572B}" destId="{88B6C9E2-3962-4B31-A09C-EC70CDAAE7B4}" srcOrd="0" destOrd="2" presId="urn:microsoft.com/office/officeart/2005/8/layout/vList5"/>
    <dgm:cxn modelId="{119EEA05-2E6D-43A5-9236-5B99D79E9655}" type="presParOf" srcId="{6F9AA6A8-78DB-4CA0-8402-28508F88E4D4}" destId="{404DB40C-F199-4118-BA0B-166A726BC1D9}" srcOrd="0" destOrd="0" presId="urn:microsoft.com/office/officeart/2005/8/layout/vList5"/>
    <dgm:cxn modelId="{71EB8D7E-8E71-4116-A714-E5B7BFE37250}" type="presParOf" srcId="{404DB40C-F199-4118-BA0B-166A726BC1D9}" destId="{8B0EE149-902A-4BB2-A18F-0744F26A4FF5}" srcOrd="0" destOrd="0" presId="urn:microsoft.com/office/officeart/2005/8/layout/vList5"/>
    <dgm:cxn modelId="{C845C587-11C0-4AC7-8333-58178DC9CACD}" type="presParOf" srcId="{404DB40C-F199-4118-BA0B-166A726BC1D9}" destId="{88B6C9E2-3962-4B31-A09C-EC70CDAAE7B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1487EA-3A15-4028-84DA-C6608707429E}">
      <dsp:nvSpPr>
        <dsp:cNvPr id="0" name=""/>
        <dsp:cNvSpPr/>
      </dsp:nvSpPr>
      <dsp:spPr>
        <a:xfrm>
          <a:off x="205606" y="1119"/>
          <a:ext cx="1903880" cy="114232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t>Ergonomie du poste de travail</a:t>
          </a:r>
        </a:p>
      </dsp:txBody>
      <dsp:txXfrm>
        <a:off x="205606" y="1119"/>
        <a:ext cx="1903880" cy="1142328"/>
      </dsp:txXfrm>
    </dsp:sp>
    <dsp:sp modelId="{43155284-AA4C-45A4-89C5-C0D1CCEC704C}">
      <dsp:nvSpPr>
        <dsp:cNvPr id="0" name=""/>
        <dsp:cNvSpPr/>
      </dsp:nvSpPr>
      <dsp:spPr>
        <a:xfrm>
          <a:off x="2299875" y="1119"/>
          <a:ext cx="1903880" cy="114232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t>Communication sans fil et ondes</a:t>
          </a:r>
        </a:p>
      </dsp:txBody>
      <dsp:txXfrm>
        <a:off x="2299875" y="1119"/>
        <a:ext cx="1903880" cy="1142328"/>
      </dsp:txXfrm>
    </dsp:sp>
    <dsp:sp modelId="{4E9F3A4E-0768-4F55-B96A-AF3F4590FA60}">
      <dsp:nvSpPr>
        <dsp:cNvPr id="0" name=""/>
        <dsp:cNvSpPr/>
      </dsp:nvSpPr>
      <dsp:spPr>
        <a:xfrm>
          <a:off x="4394144" y="1119"/>
          <a:ext cx="1903880" cy="114232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t>Impact environnemental</a:t>
          </a:r>
        </a:p>
      </dsp:txBody>
      <dsp:txXfrm>
        <a:off x="4394144" y="1119"/>
        <a:ext cx="1903880" cy="1142328"/>
      </dsp:txXfrm>
    </dsp:sp>
    <dsp:sp modelId="{DD34F579-02D8-4EC9-ABD2-FE64460CF370}">
      <dsp:nvSpPr>
        <dsp:cNvPr id="0" name=""/>
        <dsp:cNvSpPr/>
      </dsp:nvSpPr>
      <dsp:spPr>
        <a:xfrm>
          <a:off x="6488412" y="1119"/>
          <a:ext cx="1903880" cy="114232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t>Accessibilité</a:t>
          </a:r>
        </a:p>
      </dsp:txBody>
      <dsp:txXfrm>
        <a:off x="6488412" y="1119"/>
        <a:ext cx="1903880" cy="1142328"/>
      </dsp:txXfrm>
    </dsp:sp>
    <dsp:sp modelId="{17CB7B89-7668-41AB-806A-D3DCCAF55399}">
      <dsp:nvSpPr>
        <dsp:cNvPr id="0" name=""/>
        <dsp:cNvSpPr/>
      </dsp:nvSpPr>
      <dsp:spPr>
        <a:xfrm>
          <a:off x="205606" y="1333835"/>
          <a:ext cx="1903880" cy="114232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t>Vie connectée</a:t>
          </a:r>
        </a:p>
      </dsp:txBody>
      <dsp:txXfrm>
        <a:off x="205606" y="1333835"/>
        <a:ext cx="1903880" cy="1142328"/>
      </dsp:txXfrm>
    </dsp:sp>
    <dsp:sp modelId="{178E8E6A-2535-401B-8635-A98C9FE3BA06}">
      <dsp:nvSpPr>
        <dsp:cNvPr id="0" name=""/>
        <dsp:cNvSpPr/>
      </dsp:nvSpPr>
      <dsp:spPr>
        <a:xfrm>
          <a:off x="2299875" y="1333835"/>
          <a:ext cx="1903880" cy="114232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t>Capteurs</a:t>
          </a:r>
        </a:p>
      </dsp:txBody>
      <dsp:txXfrm>
        <a:off x="2299875" y="1333835"/>
        <a:ext cx="1903880" cy="1142328"/>
      </dsp:txXfrm>
    </dsp:sp>
    <dsp:sp modelId="{A8071757-D722-42AD-A24E-6E7C9A0B6DC2}">
      <dsp:nvSpPr>
        <dsp:cNvPr id="0" name=""/>
        <dsp:cNvSpPr/>
      </dsp:nvSpPr>
      <dsp:spPr>
        <a:xfrm>
          <a:off x="4394144" y="1333835"/>
          <a:ext cx="1903880" cy="114232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t>Intelligence artificielle et robots</a:t>
          </a:r>
        </a:p>
      </dsp:txBody>
      <dsp:txXfrm>
        <a:off x="4394144" y="1333835"/>
        <a:ext cx="1903880" cy="1142328"/>
      </dsp:txXfrm>
    </dsp:sp>
    <dsp:sp modelId="{6FFA9E65-9E88-43ED-8C72-014D7D260A93}">
      <dsp:nvSpPr>
        <dsp:cNvPr id="0" name=""/>
        <dsp:cNvSpPr/>
      </dsp:nvSpPr>
      <dsp:spPr>
        <a:xfrm>
          <a:off x="6488412" y="1333835"/>
          <a:ext cx="1903880" cy="114232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t>Santé</a:t>
          </a:r>
        </a:p>
      </dsp:txBody>
      <dsp:txXfrm>
        <a:off x="6488412" y="1333835"/>
        <a:ext cx="1903880" cy="1142328"/>
      </dsp:txXfrm>
    </dsp:sp>
    <dsp:sp modelId="{B6311B36-E00C-4DD1-9175-1793674BB540}">
      <dsp:nvSpPr>
        <dsp:cNvPr id="0" name=""/>
        <dsp:cNvSpPr/>
      </dsp:nvSpPr>
      <dsp:spPr>
        <a:xfrm>
          <a:off x="3347009" y="2666552"/>
          <a:ext cx="1903880" cy="114232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t>Vie privée et confidentialité</a:t>
          </a:r>
        </a:p>
      </dsp:txBody>
      <dsp:txXfrm>
        <a:off x="3347009" y="2666552"/>
        <a:ext cx="1903880" cy="11423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2452EA-3D8C-48B5-95A1-F2FD1C0D98A1}">
      <dsp:nvSpPr>
        <dsp:cNvPr id="0" name=""/>
        <dsp:cNvSpPr/>
      </dsp:nvSpPr>
      <dsp:spPr>
        <a:xfrm rot="5400000">
          <a:off x="4515612" y="-1087628"/>
          <a:ext cx="2661920" cy="5502656"/>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66750">
            <a:lnSpc>
              <a:spcPct val="90000"/>
            </a:lnSpc>
            <a:spcBef>
              <a:spcPct val="0"/>
            </a:spcBef>
            <a:spcAft>
              <a:spcPct val="15000"/>
            </a:spcAft>
            <a:buChar char="•"/>
          </a:pPr>
          <a:r>
            <a:rPr lang="fr-FR" sz="1500" i="0" kern="1200"/>
            <a:t>Privilégier le matériel reconditionné ou d'occasion, ou faire le choix d'appareils économes, pouvant être réparés</a:t>
          </a:r>
          <a:endParaRPr lang="fr-FR" sz="1500" kern="1200"/>
        </a:p>
        <a:p>
          <a:pPr marL="114300" lvl="1" indent="-114300" algn="l" defTabSz="666750">
            <a:lnSpc>
              <a:spcPct val="90000"/>
            </a:lnSpc>
            <a:spcBef>
              <a:spcPct val="0"/>
            </a:spcBef>
            <a:spcAft>
              <a:spcPct val="15000"/>
            </a:spcAft>
            <a:buChar char="•"/>
          </a:pPr>
          <a:r>
            <a:rPr lang="fr-FR" sz="1500" i="0" kern="1200"/>
            <a:t>Éviter de multiplier les appareils</a:t>
          </a:r>
          <a:endParaRPr lang="fr-FR" sz="1500" kern="1200"/>
        </a:p>
        <a:p>
          <a:pPr marL="114300" lvl="1" indent="-114300" algn="l" defTabSz="666750">
            <a:lnSpc>
              <a:spcPct val="90000"/>
            </a:lnSpc>
            <a:spcBef>
              <a:spcPct val="0"/>
            </a:spcBef>
            <a:spcAft>
              <a:spcPct val="15000"/>
            </a:spcAft>
            <a:buChar char="•"/>
          </a:pPr>
          <a:r>
            <a:rPr lang="fr-FR" sz="1500" i="0" kern="1200"/>
            <a:t>Bien entretenir son matériel avec des protections anti-virus pour éviter les pannes</a:t>
          </a:r>
          <a:endParaRPr lang="fr-FR" sz="1500" kern="1200"/>
        </a:p>
        <a:p>
          <a:pPr marL="114300" lvl="1" indent="-114300" algn="l" defTabSz="666750">
            <a:lnSpc>
              <a:spcPct val="90000"/>
            </a:lnSpc>
            <a:spcBef>
              <a:spcPct val="0"/>
            </a:spcBef>
            <a:spcAft>
              <a:spcPct val="15000"/>
            </a:spcAft>
            <a:buChar char="•"/>
          </a:pPr>
          <a:r>
            <a:rPr lang="fr-FR" sz="1500" i="0" kern="1200"/>
            <a:t>Recycler son matériel informatique</a:t>
          </a:r>
          <a:endParaRPr lang="fr-FR" sz="1500" kern="1200"/>
        </a:p>
      </dsp:txBody>
      <dsp:txXfrm rot="-5400000">
        <a:off x="3095244" y="462684"/>
        <a:ext cx="5372712" cy="2402032"/>
      </dsp:txXfrm>
    </dsp:sp>
    <dsp:sp modelId="{948A1FBB-2F4E-45A9-B459-D58A4C489A4F}">
      <dsp:nvSpPr>
        <dsp:cNvPr id="0" name=""/>
        <dsp:cNvSpPr/>
      </dsp:nvSpPr>
      <dsp:spPr>
        <a:xfrm>
          <a:off x="0" y="0"/>
          <a:ext cx="3095244" cy="33274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fr-FR" sz="2400" i="0" kern="1200"/>
            <a:t>Allonger la durée de vie de son matériel</a:t>
          </a:r>
          <a:endParaRPr lang="fr-FR" sz="2400" kern="1200"/>
        </a:p>
      </dsp:txBody>
      <dsp:txXfrm>
        <a:off x="151097" y="151097"/>
        <a:ext cx="2793050" cy="30252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D5F76C-4A05-4A8B-8CE8-A1B13FA2E1F3}">
      <dsp:nvSpPr>
        <dsp:cNvPr id="0" name=""/>
        <dsp:cNvSpPr/>
      </dsp:nvSpPr>
      <dsp:spPr>
        <a:xfrm rot="5400000">
          <a:off x="4515612" y="-1087628"/>
          <a:ext cx="2661920" cy="5502656"/>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66750">
            <a:lnSpc>
              <a:spcPct val="90000"/>
            </a:lnSpc>
            <a:spcBef>
              <a:spcPct val="0"/>
            </a:spcBef>
            <a:spcAft>
              <a:spcPct val="15000"/>
            </a:spcAft>
            <a:buChar char="•"/>
          </a:pPr>
          <a:r>
            <a:rPr lang="fr-FR" sz="1500" i="0" kern="1200"/>
            <a:t>Brancher ses équipements sur une multiprise à interrupteur et l'éteindre lorsqu'ils ne sont pas utilisés</a:t>
          </a:r>
          <a:endParaRPr lang="fr-FR" sz="1500" kern="1200"/>
        </a:p>
        <a:p>
          <a:pPr marL="114300" lvl="1" indent="-114300" algn="l" defTabSz="666750">
            <a:lnSpc>
              <a:spcPct val="90000"/>
            </a:lnSpc>
            <a:spcBef>
              <a:spcPct val="0"/>
            </a:spcBef>
            <a:spcAft>
              <a:spcPct val="15000"/>
            </a:spcAft>
            <a:buChar char="•"/>
          </a:pPr>
          <a:r>
            <a:rPr lang="fr-FR" sz="1500" i="0" kern="1200"/>
            <a:t>Activer le « mode économie d'énergie » sur son ordinateur, ou le « mode avion » sur son smartphone</a:t>
          </a:r>
          <a:endParaRPr lang="fr-FR" sz="1500" kern="1200"/>
        </a:p>
        <a:p>
          <a:pPr marL="114300" lvl="1" indent="-114300" algn="l" defTabSz="666750">
            <a:lnSpc>
              <a:spcPct val="90000"/>
            </a:lnSpc>
            <a:spcBef>
              <a:spcPct val="0"/>
            </a:spcBef>
            <a:spcAft>
              <a:spcPct val="15000"/>
            </a:spcAft>
            <a:buChar char="•"/>
          </a:pPr>
          <a:r>
            <a:rPr lang="fr-FR" sz="1500" i="0" kern="1200"/>
            <a:t>Fermer ou supprimer les applications inutilisées sur son smartphone</a:t>
          </a:r>
          <a:endParaRPr lang="fr-FR" sz="1500" kern="1200"/>
        </a:p>
        <a:p>
          <a:pPr marL="114300" lvl="1" indent="-114300" algn="l" defTabSz="666750">
            <a:lnSpc>
              <a:spcPct val="90000"/>
            </a:lnSpc>
            <a:spcBef>
              <a:spcPct val="0"/>
            </a:spcBef>
            <a:spcAft>
              <a:spcPct val="15000"/>
            </a:spcAft>
            <a:buChar char="•"/>
          </a:pPr>
          <a:r>
            <a:rPr lang="fr-FR" sz="1500" i="0" kern="1200"/>
            <a:t>Désactiver le wifi de la box internet lorsqu'il n'est pas utilisé</a:t>
          </a:r>
          <a:endParaRPr lang="fr-FR" sz="1500" kern="1200"/>
        </a:p>
      </dsp:txBody>
      <dsp:txXfrm rot="-5400000">
        <a:off x="3095244" y="462684"/>
        <a:ext cx="5372712" cy="2402032"/>
      </dsp:txXfrm>
    </dsp:sp>
    <dsp:sp modelId="{D02E6077-CCD2-4837-AD11-16DD97664C6E}">
      <dsp:nvSpPr>
        <dsp:cNvPr id="0" name=""/>
        <dsp:cNvSpPr/>
      </dsp:nvSpPr>
      <dsp:spPr>
        <a:xfrm>
          <a:off x="0" y="0"/>
          <a:ext cx="3095244" cy="33274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fr-FR" sz="2400" i="0" kern="1200"/>
            <a:t>Aller vers la sobriété</a:t>
          </a:r>
          <a:endParaRPr lang="fr-FR" sz="2400" kern="1200"/>
        </a:p>
      </dsp:txBody>
      <dsp:txXfrm>
        <a:off x="151097" y="151097"/>
        <a:ext cx="2793050" cy="30252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C35CB4-5310-41AB-B39A-1861625968FD}">
      <dsp:nvSpPr>
        <dsp:cNvPr id="0" name=""/>
        <dsp:cNvSpPr/>
      </dsp:nvSpPr>
      <dsp:spPr>
        <a:xfrm rot="5400000">
          <a:off x="5013967" y="-1710520"/>
          <a:ext cx="1665208" cy="5502656"/>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66750">
            <a:lnSpc>
              <a:spcPct val="90000"/>
            </a:lnSpc>
            <a:spcBef>
              <a:spcPct val="0"/>
            </a:spcBef>
            <a:spcAft>
              <a:spcPct val="15000"/>
            </a:spcAft>
            <a:buChar char="•"/>
          </a:pPr>
          <a:r>
            <a:rPr lang="fr-FR" sz="1500" i="0" kern="1200"/>
            <a:t>Utiliser des mots-clés pour ses recherches</a:t>
          </a:r>
          <a:endParaRPr lang="fr-FR" sz="1500" kern="1200"/>
        </a:p>
        <a:p>
          <a:pPr marL="114300" lvl="1" indent="-114300" algn="l" defTabSz="666750">
            <a:lnSpc>
              <a:spcPct val="90000"/>
            </a:lnSpc>
            <a:spcBef>
              <a:spcPct val="0"/>
            </a:spcBef>
            <a:spcAft>
              <a:spcPct val="15000"/>
            </a:spcAft>
            <a:buChar char="•"/>
          </a:pPr>
          <a:r>
            <a:rPr lang="fr-FR" sz="1500" i="0" kern="1200"/>
            <a:t>Consulter son historique et enregistrer ses sites préférés dans les favoris pour y accéder plus rapidement</a:t>
          </a:r>
          <a:endParaRPr lang="fr-FR" sz="1500" kern="1200"/>
        </a:p>
        <a:p>
          <a:pPr marL="114300" lvl="1" indent="-114300" algn="l" defTabSz="666750">
            <a:lnSpc>
              <a:spcPct val="90000"/>
            </a:lnSpc>
            <a:spcBef>
              <a:spcPct val="0"/>
            </a:spcBef>
            <a:spcAft>
              <a:spcPct val="15000"/>
            </a:spcAft>
            <a:buChar char="•"/>
          </a:pPr>
          <a:r>
            <a:rPr lang="fr-FR" sz="1500" i="0" kern="1200"/>
            <a:t>Maîtriser ses usages : 10 minutes de vidéo en haute définition sur smartphone équivalent à un four de 2 000 W pendant 5 minutes. Mieux vaut télécharger.</a:t>
          </a:r>
          <a:endParaRPr lang="fr-FR" sz="1500" kern="1200"/>
        </a:p>
      </dsp:txBody>
      <dsp:txXfrm rot="-5400000">
        <a:off x="3095244" y="289492"/>
        <a:ext cx="5421367" cy="1502630"/>
      </dsp:txXfrm>
    </dsp:sp>
    <dsp:sp modelId="{6776C4E1-B341-42DF-B91E-3986A1A99EEB}">
      <dsp:nvSpPr>
        <dsp:cNvPr id="0" name=""/>
        <dsp:cNvSpPr/>
      </dsp:nvSpPr>
      <dsp:spPr>
        <a:xfrm>
          <a:off x="0" y="52"/>
          <a:ext cx="3095244" cy="208151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fr-FR" sz="2400" i="0" kern="1200"/>
            <a:t>Mieux naviguer</a:t>
          </a:r>
          <a:endParaRPr lang="fr-FR" sz="2400" kern="1200"/>
        </a:p>
      </dsp:txBody>
      <dsp:txXfrm>
        <a:off x="101611" y="101663"/>
        <a:ext cx="2892022" cy="1878288"/>
      </dsp:txXfrm>
    </dsp:sp>
    <dsp:sp modelId="{D78A2113-932C-4BAB-8D1A-75719099AAA2}">
      <dsp:nvSpPr>
        <dsp:cNvPr id="0" name=""/>
        <dsp:cNvSpPr/>
      </dsp:nvSpPr>
      <dsp:spPr>
        <a:xfrm rot="5400000">
          <a:off x="5013967" y="475064"/>
          <a:ext cx="1665208" cy="5502656"/>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66750">
            <a:lnSpc>
              <a:spcPct val="90000"/>
            </a:lnSpc>
            <a:spcBef>
              <a:spcPct val="0"/>
            </a:spcBef>
            <a:spcAft>
              <a:spcPct val="15000"/>
            </a:spcAft>
            <a:buChar char="•"/>
          </a:pPr>
          <a:r>
            <a:rPr lang="fr-FR" sz="1500" i="0" kern="1200"/>
            <a:t>C'est bon pour la planète et pour soi !</a:t>
          </a:r>
          <a:endParaRPr lang="fr-FR" sz="1500" kern="1200"/>
        </a:p>
      </dsp:txBody>
      <dsp:txXfrm rot="-5400000">
        <a:off x="3095244" y="2475077"/>
        <a:ext cx="5421367" cy="1502630"/>
      </dsp:txXfrm>
    </dsp:sp>
    <dsp:sp modelId="{7899FB3E-C6DA-4319-8B9C-235C6D3ACA5E}">
      <dsp:nvSpPr>
        <dsp:cNvPr id="0" name=""/>
        <dsp:cNvSpPr/>
      </dsp:nvSpPr>
      <dsp:spPr>
        <a:xfrm>
          <a:off x="0" y="2185637"/>
          <a:ext cx="3095244" cy="208151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fr-FR" sz="2400" i="0" kern="1200"/>
            <a:t>Limiter son temps d'écran</a:t>
          </a:r>
          <a:endParaRPr lang="fr-FR" sz="2400" kern="1200"/>
        </a:p>
      </dsp:txBody>
      <dsp:txXfrm>
        <a:off x="101611" y="2287248"/>
        <a:ext cx="2892022" cy="18782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04DF6-27A4-4728-AF8C-1DE2329E03F3}">
      <dsp:nvSpPr>
        <dsp:cNvPr id="0" name=""/>
        <dsp:cNvSpPr/>
      </dsp:nvSpPr>
      <dsp:spPr>
        <a:xfrm rot="5400000">
          <a:off x="4515612" y="-1087628"/>
          <a:ext cx="2661920" cy="5502656"/>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66750">
            <a:lnSpc>
              <a:spcPct val="90000"/>
            </a:lnSpc>
            <a:spcBef>
              <a:spcPct val="0"/>
            </a:spcBef>
            <a:spcAft>
              <a:spcPct val="15000"/>
            </a:spcAft>
            <a:buChar char="•"/>
          </a:pPr>
          <a:r>
            <a:rPr lang="fr-FR" sz="1500" i="0" kern="1200"/>
            <a:t>Le stockage peut se faire en local, sur la mémoire de vos appareils, ou en externe grâce aux Clouds : ces espaces sont souvent gratuits mais très énergivores</a:t>
          </a:r>
          <a:endParaRPr lang="fr-FR" sz="1500" kern="1200"/>
        </a:p>
        <a:p>
          <a:pPr marL="114300" lvl="1" indent="-114300" algn="l" defTabSz="666750">
            <a:lnSpc>
              <a:spcPct val="90000"/>
            </a:lnSpc>
            <a:spcBef>
              <a:spcPct val="0"/>
            </a:spcBef>
            <a:spcAft>
              <a:spcPct val="15000"/>
            </a:spcAft>
            <a:buChar char="•"/>
          </a:pPr>
          <a:r>
            <a:rPr lang="fr-FR" sz="1500" i="0" kern="1200"/>
            <a:t>Trier, classer et supprimer ses données régulièrement</a:t>
          </a:r>
          <a:endParaRPr lang="fr-FR" sz="1500" kern="1200"/>
        </a:p>
        <a:p>
          <a:pPr marL="114300" lvl="1" indent="-114300" algn="l" defTabSz="666750">
            <a:lnSpc>
              <a:spcPct val="90000"/>
            </a:lnSpc>
            <a:spcBef>
              <a:spcPct val="0"/>
            </a:spcBef>
            <a:spcAft>
              <a:spcPct val="15000"/>
            </a:spcAft>
            <a:buChar char="•"/>
          </a:pPr>
          <a:r>
            <a:rPr lang="fr-FR" sz="1500" i="0" kern="1200"/>
            <a:t>Privilégier le stockage de ses données en local est plus éco-responsable</a:t>
          </a:r>
          <a:endParaRPr lang="fr-FR" sz="1500" kern="1200"/>
        </a:p>
      </dsp:txBody>
      <dsp:txXfrm rot="-5400000">
        <a:off x="3095244" y="462684"/>
        <a:ext cx="5372712" cy="2402032"/>
      </dsp:txXfrm>
    </dsp:sp>
    <dsp:sp modelId="{C4960A05-C479-4B12-8D55-D10C20C51E89}">
      <dsp:nvSpPr>
        <dsp:cNvPr id="0" name=""/>
        <dsp:cNvSpPr/>
      </dsp:nvSpPr>
      <dsp:spPr>
        <a:xfrm>
          <a:off x="0" y="0"/>
          <a:ext cx="3095244" cy="33274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fr-FR" sz="2400" i="0" kern="1200"/>
            <a:t>Stockage des données</a:t>
          </a:r>
          <a:endParaRPr lang="fr-FR" sz="2400" kern="1200"/>
        </a:p>
      </dsp:txBody>
      <dsp:txXfrm>
        <a:off x="151097" y="151097"/>
        <a:ext cx="2793050" cy="30252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B6C9E2-3962-4B31-A09C-EC70CDAAE7B4}">
      <dsp:nvSpPr>
        <dsp:cNvPr id="0" name=""/>
        <dsp:cNvSpPr/>
      </dsp:nvSpPr>
      <dsp:spPr>
        <a:xfrm rot="5400000">
          <a:off x="4515612" y="-1087628"/>
          <a:ext cx="2661920" cy="5502656"/>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66750">
            <a:lnSpc>
              <a:spcPct val="90000"/>
            </a:lnSpc>
            <a:spcBef>
              <a:spcPct val="0"/>
            </a:spcBef>
            <a:spcAft>
              <a:spcPct val="15000"/>
            </a:spcAft>
            <a:buChar char="•"/>
          </a:pPr>
          <a:r>
            <a:rPr lang="fr-FR" sz="1500" i="0" kern="1200"/>
            <a:t>Alléger les mails envoyés : fichiers compressés ou en basse définition, pièces jointes supprimées dans les réponses, liens hypertextes pour transmettre un document</a:t>
          </a:r>
          <a:endParaRPr lang="fr-FR" sz="1500" kern="1200"/>
        </a:p>
        <a:p>
          <a:pPr marL="114300" lvl="1" indent="-114300" algn="l" defTabSz="666750">
            <a:lnSpc>
              <a:spcPct val="90000"/>
            </a:lnSpc>
            <a:spcBef>
              <a:spcPct val="0"/>
            </a:spcBef>
            <a:spcAft>
              <a:spcPct val="15000"/>
            </a:spcAft>
            <a:buChar char="•"/>
          </a:pPr>
          <a:r>
            <a:rPr lang="fr-FR" sz="1500" i="0" kern="1200"/>
            <a:t>Conserver uniquement les mails importants et nettoyer régulièrement sa boîte mail</a:t>
          </a:r>
          <a:endParaRPr lang="fr-FR" sz="1500" kern="1200"/>
        </a:p>
        <a:p>
          <a:pPr marL="114300" lvl="1" indent="-114300" algn="l" defTabSz="666750">
            <a:lnSpc>
              <a:spcPct val="90000"/>
            </a:lnSpc>
            <a:spcBef>
              <a:spcPct val="0"/>
            </a:spcBef>
            <a:spcAft>
              <a:spcPct val="15000"/>
            </a:spcAft>
            <a:buChar char="•"/>
          </a:pPr>
          <a:r>
            <a:rPr lang="fr-FR" sz="1500" i="0" kern="1200"/>
            <a:t>Installer un anti-spam et se désinscrire des newsletters ou publicités que l'on ne lit pas</a:t>
          </a:r>
          <a:endParaRPr lang="fr-FR" sz="1500" kern="1200"/>
        </a:p>
      </dsp:txBody>
      <dsp:txXfrm rot="-5400000">
        <a:off x="3095244" y="462684"/>
        <a:ext cx="5372712" cy="2402032"/>
      </dsp:txXfrm>
    </dsp:sp>
    <dsp:sp modelId="{8B0EE149-902A-4BB2-A18F-0744F26A4FF5}">
      <dsp:nvSpPr>
        <dsp:cNvPr id="0" name=""/>
        <dsp:cNvSpPr/>
      </dsp:nvSpPr>
      <dsp:spPr>
        <a:xfrm>
          <a:off x="0" y="0"/>
          <a:ext cx="3095244" cy="33274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fr-FR" sz="2400" i="0" kern="1200"/>
            <a:t>Nettoyer sa boîte mail</a:t>
          </a:r>
          <a:endParaRPr lang="fr-FR" sz="2400" kern="1200"/>
        </a:p>
      </dsp:txBody>
      <dsp:txXfrm>
        <a:off x="151097" y="151097"/>
        <a:ext cx="2793050" cy="302520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A305CB-40D7-4390-BDD6-DB885C9B79CA}" type="datetimeFigureOut">
              <a:rPr lang="fr-FR" smtClean="0"/>
              <a:t>12/10/2026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BD3476-2DEE-429F-ABA9-1BF6379604D1}" type="slidenum">
              <a:rPr lang="fr-FR" smtClean="0"/>
              <a:t>‹N°›</a:t>
            </a:fld>
            <a:endParaRPr lang="fr-FR"/>
          </a:p>
        </p:txBody>
      </p:sp>
    </p:spTree>
    <p:extLst>
      <p:ext uri="{BB962C8B-B14F-4D97-AF65-F5344CB8AC3E}">
        <p14:creationId xmlns:p14="http://schemas.microsoft.com/office/powerpoint/2010/main" val="927813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78E0955-1412-487D-ABAC-BF07BA5C5652}" type="slidenum">
              <a:rPr lang="fr-FR" smtClean="0"/>
              <a:t>13</a:t>
            </a:fld>
            <a:endParaRPr lang="fr-FR"/>
          </a:p>
        </p:txBody>
      </p:sp>
    </p:spTree>
    <p:extLst>
      <p:ext uri="{BB962C8B-B14F-4D97-AF65-F5344CB8AC3E}">
        <p14:creationId xmlns:p14="http://schemas.microsoft.com/office/powerpoint/2010/main" val="3687430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EC485E32-6637-4717-8DDE-CD28F832DB7C}" type="datetimeFigureOut">
              <a:rPr lang="fr-FR" smtClean="0"/>
              <a:t>12/10/2026</a:t>
            </a:fld>
            <a:endParaRPr lang="fr-FR"/>
          </a:p>
        </p:txBody>
      </p:sp>
      <p:sp>
        <p:nvSpPr>
          <p:cNvPr id="5" name="Footer Placeholder 4"/>
          <p:cNvSpPr>
            <a:spLocks noGrp="1"/>
          </p:cNvSpPr>
          <p:nvPr>
            <p:ph type="ftr" sz="quarter" idx="11"/>
          </p:nvPr>
        </p:nvSpPr>
        <p:spPr/>
        <p:txBody>
          <a:bodyPr/>
          <a:lstStyle>
            <a:lvl1pPr>
              <a:defRPr sz="1100"/>
            </a:lvl1pPr>
          </a:lstStyle>
          <a:p>
            <a:endParaRPr lang="fr-FR"/>
          </a:p>
        </p:txBody>
      </p:sp>
      <p:sp>
        <p:nvSpPr>
          <p:cNvPr id="6" name="Slide Number Placeholder 5"/>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3554804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C485E32-6637-4717-8DDE-CD28F832DB7C}" type="datetimeFigureOut">
              <a:rPr lang="fr-FR" smtClean="0"/>
              <a:t>12/10/2026</a:t>
            </a:fld>
            <a:endParaRPr lang="fr-FR"/>
          </a:p>
        </p:txBody>
      </p:sp>
      <p:sp>
        <p:nvSpPr>
          <p:cNvPr id="5" name="Footer Placeholder 4"/>
          <p:cNvSpPr>
            <a:spLocks noGrp="1"/>
          </p:cNvSpPr>
          <p:nvPr>
            <p:ph type="ftr" sz="quarter" idx="11"/>
          </p:nvPr>
        </p:nvSpPr>
        <p:spPr/>
        <p:txBody>
          <a:bodyPr/>
          <a:lstStyle>
            <a:lvl1pPr>
              <a:defRPr sz="1100"/>
            </a:lvl1pPr>
          </a:lstStyle>
          <a:p>
            <a:endParaRPr lang="fr-FR"/>
          </a:p>
        </p:txBody>
      </p:sp>
      <p:sp>
        <p:nvSpPr>
          <p:cNvPr id="6" name="Slide Number Placeholder 5"/>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4271514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C485E32-6637-4717-8DDE-CD28F832DB7C}" type="datetimeFigureOut">
              <a:rPr lang="fr-FR" smtClean="0"/>
              <a:t>12/10/2026</a:t>
            </a:fld>
            <a:endParaRPr lang="fr-FR"/>
          </a:p>
        </p:txBody>
      </p:sp>
      <p:sp>
        <p:nvSpPr>
          <p:cNvPr id="5" name="Footer Placeholder 4"/>
          <p:cNvSpPr>
            <a:spLocks noGrp="1"/>
          </p:cNvSpPr>
          <p:nvPr>
            <p:ph type="ftr" sz="quarter" idx="11"/>
          </p:nvPr>
        </p:nvSpPr>
        <p:spPr/>
        <p:txBody>
          <a:bodyPr/>
          <a:lstStyle>
            <a:lvl1pPr>
              <a:defRPr sz="1100"/>
            </a:lvl1pPr>
          </a:lstStyle>
          <a:p>
            <a:endParaRPr lang="fr-FR"/>
          </a:p>
        </p:txBody>
      </p:sp>
      <p:sp>
        <p:nvSpPr>
          <p:cNvPr id="6" name="Slide Number Placeholder 5"/>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463705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C485E32-6637-4717-8DDE-CD28F832DB7C}" type="datetimeFigureOut">
              <a:rPr lang="fr-FR" smtClean="0"/>
              <a:t>12/10/2026</a:t>
            </a:fld>
            <a:endParaRPr lang="fr-FR"/>
          </a:p>
        </p:txBody>
      </p:sp>
      <p:sp>
        <p:nvSpPr>
          <p:cNvPr id="6" name="Footer Placeholder 5"/>
          <p:cNvSpPr>
            <a:spLocks noGrp="1"/>
          </p:cNvSpPr>
          <p:nvPr>
            <p:ph type="ftr" sz="quarter" idx="11"/>
          </p:nvPr>
        </p:nvSpPr>
        <p:spPr/>
        <p:txBody>
          <a:bodyPr/>
          <a:lstStyle>
            <a:lvl1pPr>
              <a:defRPr sz="1100"/>
            </a:lvl1pPr>
          </a:lstStyle>
          <a:p>
            <a:endParaRPr lang="fr-FR"/>
          </a:p>
        </p:txBody>
      </p:sp>
      <p:sp>
        <p:nvSpPr>
          <p:cNvPr id="7" name="Slide Number Placeholder 6"/>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852343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C485E32-6637-4717-8DDE-CD28F832DB7C}" type="datetimeFigureOut">
              <a:rPr lang="fr-FR" smtClean="0"/>
              <a:t>12/10/2026</a:t>
            </a:fld>
            <a:endParaRPr lang="fr-FR"/>
          </a:p>
        </p:txBody>
      </p:sp>
      <p:sp>
        <p:nvSpPr>
          <p:cNvPr id="8" name="Footer Placeholder 7"/>
          <p:cNvSpPr>
            <a:spLocks noGrp="1"/>
          </p:cNvSpPr>
          <p:nvPr>
            <p:ph type="ftr" sz="quarter" idx="11"/>
          </p:nvPr>
        </p:nvSpPr>
        <p:spPr/>
        <p:txBody>
          <a:bodyPr/>
          <a:lstStyle>
            <a:lvl1pPr>
              <a:defRPr sz="1100"/>
            </a:lvl1pPr>
          </a:lstStyle>
          <a:p>
            <a:endParaRPr lang="fr-FR"/>
          </a:p>
        </p:txBody>
      </p:sp>
      <p:sp>
        <p:nvSpPr>
          <p:cNvPr id="9" name="Slide Number Placeholder 8"/>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3095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C485E32-6637-4717-8DDE-CD28F832DB7C}" type="datetimeFigureOut">
              <a:rPr lang="fr-FR" smtClean="0"/>
              <a:t>12/10/2026</a:t>
            </a:fld>
            <a:endParaRPr lang="fr-FR"/>
          </a:p>
        </p:txBody>
      </p:sp>
      <p:sp>
        <p:nvSpPr>
          <p:cNvPr id="4" name="Footer Placeholder 3"/>
          <p:cNvSpPr>
            <a:spLocks noGrp="1"/>
          </p:cNvSpPr>
          <p:nvPr>
            <p:ph type="ftr" sz="quarter" idx="11"/>
          </p:nvPr>
        </p:nvSpPr>
        <p:spPr/>
        <p:txBody>
          <a:bodyPr/>
          <a:lstStyle>
            <a:lvl1pPr>
              <a:defRPr sz="1100"/>
            </a:lvl1pPr>
          </a:lstStyle>
          <a:p>
            <a:endParaRPr lang="fr-FR"/>
          </a:p>
        </p:txBody>
      </p:sp>
      <p:sp>
        <p:nvSpPr>
          <p:cNvPr id="5" name="Slide Number Placeholder 4"/>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3791718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485E32-6637-4717-8DDE-CD28F832DB7C}" type="datetimeFigureOut">
              <a:rPr lang="fr-FR" smtClean="0"/>
              <a:t>12/10/2026</a:t>
            </a:fld>
            <a:endParaRPr lang="fr-FR"/>
          </a:p>
        </p:txBody>
      </p:sp>
      <p:sp>
        <p:nvSpPr>
          <p:cNvPr id="3" name="Footer Placeholder 2"/>
          <p:cNvSpPr>
            <a:spLocks noGrp="1"/>
          </p:cNvSpPr>
          <p:nvPr>
            <p:ph type="ftr" sz="quarter" idx="11"/>
          </p:nvPr>
        </p:nvSpPr>
        <p:spPr/>
        <p:txBody>
          <a:bodyPr/>
          <a:lstStyle>
            <a:lvl1pPr>
              <a:defRPr sz="1100"/>
            </a:lvl1pPr>
          </a:lstStyle>
          <a:p>
            <a:endParaRPr lang="fr-FR"/>
          </a:p>
        </p:txBody>
      </p:sp>
      <p:sp>
        <p:nvSpPr>
          <p:cNvPr id="4" name="Slide Number Placeholder 3"/>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3193561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C485E32-6637-4717-8DDE-CD28F832DB7C}" type="datetimeFigureOut">
              <a:rPr lang="fr-FR" smtClean="0"/>
              <a:t>12/10/2026</a:t>
            </a:fld>
            <a:endParaRPr lang="fr-FR"/>
          </a:p>
        </p:txBody>
      </p:sp>
      <p:sp>
        <p:nvSpPr>
          <p:cNvPr id="6" name="Footer Placeholder 5"/>
          <p:cNvSpPr>
            <a:spLocks noGrp="1"/>
          </p:cNvSpPr>
          <p:nvPr>
            <p:ph type="ftr" sz="quarter" idx="11"/>
          </p:nvPr>
        </p:nvSpPr>
        <p:spPr/>
        <p:txBody>
          <a:bodyPr/>
          <a:lstStyle>
            <a:lvl1pPr>
              <a:defRPr sz="1100"/>
            </a:lvl1pPr>
          </a:lstStyle>
          <a:p>
            <a:endParaRPr lang="fr-FR"/>
          </a:p>
        </p:txBody>
      </p:sp>
      <p:sp>
        <p:nvSpPr>
          <p:cNvPr id="7" name="Slide Number Placeholder 6"/>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3078966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C485E32-6637-4717-8DDE-CD28F832DB7C}" type="datetimeFigureOut">
              <a:rPr lang="fr-FR" smtClean="0"/>
              <a:t>12/10/2026</a:t>
            </a:fld>
            <a:endParaRPr lang="fr-FR"/>
          </a:p>
        </p:txBody>
      </p:sp>
      <p:sp>
        <p:nvSpPr>
          <p:cNvPr id="6" name="Footer Placeholder 5"/>
          <p:cNvSpPr>
            <a:spLocks noGrp="1"/>
          </p:cNvSpPr>
          <p:nvPr>
            <p:ph type="ftr" sz="quarter" idx="11"/>
          </p:nvPr>
        </p:nvSpPr>
        <p:spPr/>
        <p:txBody>
          <a:bodyPr/>
          <a:lstStyle>
            <a:lvl1pPr>
              <a:defRPr sz="1100"/>
            </a:lvl1pPr>
          </a:lstStyle>
          <a:p>
            <a:endParaRPr lang="fr-FR"/>
          </a:p>
        </p:txBody>
      </p:sp>
      <p:sp>
        <p:nvSpPr>
          <p:cNvPr id="7" name="Slide Number Placeholder 6"/>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120880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C485E32-6637-4717-8DDE-CD28F832DB7C}" type="datetimeFigureOut">
              <a:rPr lang="fr-FR" smtClean="0"/>
              <a:t>12/10/2026</a:t>
            </a:fld>
            <a:endParaRPr lang="fr-FR"/>
          </a:p>
        </p:txBody>
      </p:sp>
      <p:sp>
        <p:nvSpPr>
          <p:cNvPr id="5" name="Footer Placeholder 4"/>
          <p:cNvSpPr>
            <a:spLocks noGrp="1"/>
          </p:cNvSpPr>
          <p:nvPr>
            <p:ph type="ftr" sz="quarter" idx="11"/>
          </p:nvPr>
        </p:nvSpPr>
        <p:spPr/>
        <p:txBody>
          <a:bodyPr/>
          <a:lstStyle>
            <a:lvl1pPr>
              <a:defRPr sz="1100"/>
            </a:lvl1pPr>
          </a:lstStyle>
          <a:p>
            <a:endParaRPr lang="fr-FR"/>
          </a:p>
        </p:txBody>
      </p:sp>
      <p:sp>
        <p:nvSpPr>
          <p:cNvPr id="6" name="Slide Number Placeholder 5"/>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145227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C485E32-6637-4717-8DDE-CD28F832DB7C}" type="datetimeFigureOut">
              <a:rPr lang="fr-FR" smtClean="0"/>
              <a:t>12/10/2026</a:t>
            </a:fld>
            <a:endParaRPr lang="fr-FR"/>
          </a:p>
        </p:txBody>
      </p:sp>
      <p:sp>
        <p:nvSpPr>
          <p:cNvPr id="5" name="Footer Placeholder 4"/>
          <p:cNvSpPr>
            <a:spLocks noGrp="1"/>
          </p:cNvSpPr>
          <p:nvPr>
            <p:ph type="ftr" sz="quarter" idx="11"/>
          </p:nvPr>
        </p:nvSpPr>
        <p:spPr/>
        <p:txBody>
          <a:bodyPr/>
          <a:lstStyle>
            <a:lvl1pPr>
              <a:defRPr sz="1100"/>
            </a:lvl1pPr>
          </a:lstStyle>
          <a:p>
            <a:endParaRPr lang="fr-FR"/>
          </a:p>
        </p:txBody>
      </p:sp>
      <p:sp>
        <p:nvSpPr>
          <p:cNvPr id="6" name="Slide Number Placeholder 5"/>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391906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C485E32-6637-4717-8DDE-CD28F832DB7C}" type="datetimeFigureOut">
              <a:rPr lang="fr-FR" smtClean="0"/>
              <a:t>12/10/2026</a:t>
            </a:fld>
            <a:endParaRPr lang="fr-FR"/>
          </a:p>
        </p:txBody>
      </p:sp>
      <p:sp>
        <p:nvSpPr>
          <p:cNvPr id="5" name="Footer Placeholder 4"/>
          <p:cNvSpPr>
            <a:spLocks noGrp="1"/>
          </p:cNvSpPr>
          <p:nvPr>
            <p:ph type="ftr" sz="quarter" idx="11"/>
          </p:nvPr>
        </p:nvSpPr>
        <p:spPr/>
        <p:txBody>
          <a:bodyPr/>
          <a:lstStyle>
            <a:lvl1pPr>
              <a:defRPr sz="1100"/>
            </a:lvl1pPr>
          </a:lstStyle>
          <a:p>
            <a:endParaRPr lang="fr-FR"/>
          </a:p>
        </p:txBody>
      </p:sp>
      <p:sp>
        <p:nvSpPr>
          <p:cNvPr id="6" name="Slide Number Placeholder 5"/>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31112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C485E32-6637-4717-8DDE-CD28F832DB7C}" type="datetimeFigureOut">
              <a:rPr lang="fr-FR" smtClean="0"/>
              <a:t>12/10/2026</a:t>
            </a:fld>
            <a:endParaRPr lang="fr-FR"/>
          </a:p>
        </p:txBody>
      </p:sp>
      <p:sp>
        <p:nvSpPr>
          <p:cNvPr id="5" name="Footer Placeholder 4"/>
          <p:cNvSpPr>
            <a:spLocks noGrp="1"/>
          </p:cNvSpPr>
          <p:nvPr>
            <p:ph type="ftr" sz="quarter" idx="11"/>
          </p:nvPr>
        </p:nvSpPr>
        <p:spPr/>
        <p:txBody>
          <a:bodyPr/>
          <a:lstStyle>
            <a:lvl1pPr>
              <a:defRPr sz="1100"/>
            </a:lvl1pPr>
          </a:lstStyle>
          <a:p>
            <a:endParaRPr lang="fr-FR"/>
          </a:p>
        </p:txBody>
      </p:sp>
      <p:sp>
        <p:nvSpPr>
          <p:cNvPr id="6" name="Slide Number Placeholder 5"/>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09375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C485E32-6637-4717-8DDE-CD28F832DB7C}" type="datetimeFigureOut">
              <a:rPr lang="fr-FR" smtClean="0"/>
              <a:t>12/10/2026</a:t>
            </a:fld>
            <a:endParaRPr lang="fr-FR"/>
          </a:p>
        </p:txBody>
      </p:sp>
      <p:sp>
        <p:nvSpPr>
          <p:cNvPr id="5" name="Footer Placeholder 4"/>
          <p:cNvSpPr>
            <a:spLocks noGrp="1"/>
          </p:cNvSpPr>
          <p:nvPr>
            <p:ph type="ftr" sz="quarter" idx="11"/>
          </p:nvPr>
        </p:nvSpPr>
        <p:spPr/>
        <p:txBody>
          <a:bodyPr/>
          <a:lstStyle>
            <a:lvl1pPr>
              <a:defRPr sz="1100"/>
            </a:lvl1pPr>
          </a:lstStyle>
          <a:p>
            <a:endParaRPr lang="fr-FR"/>
          </a:p>
        </p:txBody>
      </p:sp>
      <p:sp>
        <p:nvSpPr>
          <p:cNvPr id="6" name="Slide Number Placeholder 5"/>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14271448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C485E32-6637-4717-8DDE-CD28F832DB7C}" type="datetimeFigureOut">
              <a:rPr lang="fr-FR" smtClean="0"/>
              <a:t>12/10/2026</a:t>
            </a:fld>
            <a:endParaRPr lang="fr-FR"/>
          </a:p>
        </p:txBody>
      </p:sp>
      <p:sp>
        <p:nvSpPr>
          <p:cNvPr id="5" name="Footer Placeholder 4"/>
          <p:cNvSpPr>
            <a:spLocks noGrp="1"/>
          </p:cNvSpPr>
          <p:nvPr>
            <p:ph type="ftr" sz="quarter" idx="11"/>
          </p:nvPr>
        </p:nvSpPr>
        <p:spPr/>
        <p:txBody>
          <a:bodyPr/>
          <a:lstStyle>
            <a:lvl1pPr>
              <a:defRPr sz="1100"/>
            </a:lvl1pPr>
          </a:lstStyle>
          <a:p>
            <a:endParaRPr lang="fr-FR"/>
          </a:p>
        </p:txBody>
      </p:sp>
      <p:sp>
        <p:nvSpPr>
          <p:cNvPr id="6" name="Slide Number Placeholder 5"/>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231064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C485E32-6637-4717-8DDE-CD28F832DB7C}" type="datetimeFigureOut">
              <a:rPr lang="fr-FR" smtClean="0"/>
              <a:t>12/10/2026</a:t>
            </a:fld>
            <a:endParaRPr lang="fr-FR"/>
          </a:p>
        </p:txBody>
      </p:sp>
      <p:sp>
        <p:nvSpPr>
          <p:cNvPr id="5" name="Footer Placeholder 4"/>
          <p:cNvSpPr>
            <a:spLocks noGrp="1"/>
          </p:cNvSpPr>
          <p:nvPr>
            <p:ph type="ftr" sz="quarter" idx="11"/>
          </p:nvPr>
        </p:nvSpPr>
        <p:spPr/>
        <p:txBody>
          <a:bodyPr/>
          <a:lstStyle>
            <a:lvl1pPr>
              <a:defRPr sz="1100"/>
            </a:lvl1pPr>
          </a:lstStyle>
          <a:p>
            <a:endParaRPr lang="fr-FR"/>
          </a:p>
        </p:txBody>
      </p:sp>
      <p:sp>
        <p:nvSpPr>
          <p:cNvPr id="6" name="Slide Number Placeholder 5"/>
          <p:cNvSpPr>
            <a:spLocks noGrp="1"/>
          </p:cNvSpPr>
          <p:nvPr>
            <p:ph type="sldNum" sz="quarter" idx="12"/>
          </p:nvPr>
        </p:nvSpPr>
        <p:spPr/>
        <p:txBody>
          <a:bodyPr/>
          <a:lstStyle>
            <a:lvl1pPr>
              <a:defRPr sz="1100"/>
            </a:lvl1pPr>
          </a:lstStyle>
          <a:p>
            <a:fld id="{0C220060-17AF-4D47-9608-13BA2073F7F1}" type="slidenum">
              <a:rPr lang="fr-FR" smtClean="0"/>
              <a:pPr/>
              <a:t>‹N°›</a:t>
            </a:fld>
            <a:endParaRPr lang="fr-FR"/>
          </a:p>
        </p:txBody>
      </p:sp>
    </p:spTree>
    <p:extLst>
      <p:ext uri="{BB962C8B-B14F-4D97-AF65-F5344CB8AC3E}">
        <p14:creationId xmlns:p14="http://schemas.microsoft.com/office/powerpoint/2010/main" val="1330607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C485E32-6637-4717-8DDE-CD28F832DB7C}" type="datetimeFigureOut">
              <a:rPr lang="fr-FR" smtClean="0"/>
              <a:t>12/10/2026</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fr-FR" sz="110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1100">
                <a:solidFill>
                  <a:schemeClr val="accent1"/>
                </a:solidFill>
              </a:defRPr>
            </a:lvl1pPr>
          </a:lstStyle>
          <a:p>
            <a:fld id="{0C220060-17AF-4D47-9608-13BA2073F7F1}" type="slidenum">
              <a:rPr lang="fr-FR" smtClean="0"/>
              <a:pPr/>
              <a:t>‹N°›</a:t>
            </a:fld>
            <a:endParaRPr lang="fr-FR" sz="1100"/>
          </a:p>
        </p:txBody>
      </p:sp>
    </p:spTree>
    <p:extLst>
      <p:ext uri="{BB962C8B-B14F-4D97-AF65-F5344CB8AC3E}">
        <p14:creationId xmlns:p14="http://schemas.microsoft.com/office/powerpoint/2010/main" val="899304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pix.fr/competences" TargetMode="External"/><Relationship Id="rId2" Type="http://schemas.openxmlformats.org/officeDocument/2006/relationships/hyperlink" Target="https://pix.f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3" Type="http://schemas.openxmlformats.org/officeDocument/2006/relationships/hyperlink" Target="https://www.missionenergie.goodplanet.org/fiche/le-numerique-ange-ou-demon-pour-le-climat-2/" TargetMode="External"/><Relationship Id="rId2" Type="http://schemas.openxmlformats.org/officeDocument/2006/relationships/hyperlink" Target="https://www.ademe.fr/sites/default/files/assets/documents/guide-pratique-face-cachee-numerique.pdf" TargetMode="External"/><Relationship Id="rId1" Type="http://schemas.openxmlformats.org/officeDocument/2006/relationships/slideLayout" Target="../slideLayouts/slideLayout2.xml"/><Relationship Id="rId6" Type="http://schemas.openxmlformats.org/officeDocument/2006/relationships/hyperlink" Target="https://www.ademe.fr/sites/default/files/assets/documents/guide-pratique-impacts-smartphone.pdf" TargetMode="External"/><Relationship Id="rId5" Type="http://schemas.openxmlformats.org/officeDocument/2006/relationships/hyperlink" Target="https://lejournal.cnrs.fr/articles/numerique-le-grand-gachis-energetique" TargetMode="External"/><Relationship Id="rId4" Type="http://schemas.openxmlformats.org/officeDocument/2006/relationships/hyperlink" Target="https://www.apc-paris.com/actualite/20-eco-gestes-a-adopter-pour-numerique-responsab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3F49E6-BB8D-4F45-B2C0-3B3613B2FEBC}"/>
              </a:ext>
            </a:extLst>
          </p:cNvPr>
          <p:cNvSpPr>
            <a:spLocks noGrp="1"/>
          </p:cNvSpPr>
          <p:nvPr>
            <p:ph type="ctrTitle"/>
          </p:nvPr>
        </p:nvSpPr>
        <p:spPr>
          <a:xfrm>
            <a:off x="1524000" y="1532266"/>
            <a:ext cx="9144000" cy="2387600"/>
          </a:xfrm>
        </p:spPr>
        <p:txBody>
          <a:bodyPr>
            <a:normAutofit/>
          </a:bodyPr>
          <a:lstStyle/>
          <a:p>
            <a:r>
              <a:rPr lang="fr-FR" sz="3600" b="0" i="0">
                <a:solidFill>
                  <a:srgbClr val="172B4D"/>
                </a:solidFill>
                <a:effectLst/>
                <a:latin typeface="Open Sans"/>
              </a:rPr>
              <a:t>Compétences numériques : protéger la santé, le bien-être et l'environnement</a:t>
            </a:r>
            <a:endParaRPr lang="fr-FR" sz="3600" dirty="0"/>
          </a:p>
        </p:txBody>
      </p:sp>
      <p:sp>
        <p:nvSpPr>
          <p:cNvPr id="3" name="Sous-titre 2">
            <a:extLst>
              <a:ext uri="{FF2B5EF4-FFF2-40B4-BE49-F238E27FC236}">
                <a16:creationId xmlns:a16="http://schemas.microsoft.com/office/drawing/2014/main" id="{115EA0E4-546C-4B59-BAD7-B9176CB8BB79}"/>
              </a:ext>
            </a:extLst>
          </p:cNvPr>
          <p:cNvSpPr>
            <a:spLocks noGrp="1"/>
          </p:cNvSpPr>
          <p:nvPr>
            <p:ph type="subTitle" idx="1"/>
          </p:nvPr>
        </p:nvSpPr>
        <p:spPr>
          <a:xfrm>
            <a:off x="1524000" y="4379803"/>
            <a:ext cx="9144000" cy="1655762"/>
          </a:xfrm>
        </p:spPr>
        <p:txBody>
          <a:bodyPr>
            <a:normAutofit/>
          </a:bodyPr>
          <a:lstStyle/>
          <a:p>
            <a:r>
              <a:rPr lang="fr-FR" sz="2800"/>
              <a:t>Vers un numérique responsable</a:t>
            </a:r>
          </a:p>
          <a:p>
            <a:r>
              <a:rPr lang="fr-FR" sz="1400"/>
              <a:t>Mise en forme : [NOM Prénom] — [N° étudiant]</a:t>
            </a:r>
            <a:endParaRPr lang="fr-FR" sz="1400" dirty="0"/>
          </a:p>
        </p:txBody>
      </p:sp>
      <p:sp>
        <p:nvSpPr>
          <p:cNvPr id="4" name="Espace réservé du pied de page 3">
            <a:extLst>
              <a:ext uri="{FF2B5EF4-FFF2-40B4-BE49-F238E27FC236}">
                <a16:creationId xmlns:a16="http://schemas.microsoft.com/office/drawing/2014/main" id="{810A3228-477D-B28C-BA84-A9C14251C3D2}"/>
              </a:ext>
            </a:extLst>
          </p:cNvPr>
          <p:cNvSpPr>
            <a:spLocks noGrp="1"/>
          </p:cNvSpPr>
          <p:nvPr>
            <p:ph type="ftr" sz="quarter" idx="11"/>
          </p:nvPr>
        </p:nvSpPr>
        <p:spPr/>
        <p:txBody>
          <a:bodyPr/>
          <a:lstStyle/>
          <a:p>
            <a:r>
              <a:rPr lang="fr-FR"/>
              <a:t>Année universitaire 2026-2027</a:t>
            </a:r>
          </a:p>
        </p:txBody>
      </p:sp>
      <p:sp>
        <p:nvSpPr>
          <p:cNvPr id="5" name="Espace réservé du numéro de diapositive 4">
            <a:extLst>
              <a:ext uri="{FF2B5EF4-FFF2-40B4-BE49-F238E27FC236}">
                <a16:creationId xmlns:a16="http://schemas.microsoft.com/office/drawing/2014/main" id="{541FBCED-A6C1-2047-4EF0-815BB46808D0}"/>
              </a:ext>
            </a:extLst>
          </p:cNvPr>
          <p:cNvSpPr>
            <a:spLocks noGrp="1"/>
          </p:cNvSpPr>
          <p:nvPr>
            <p:ph type="sldNum" sz="quarter" idx="12"/>
          </p:nvPr>
        </p:nvSpPr>
        <p:spPr/>
        <p:txBody>
          <a:bodyPr/>
          <a:lstStyle/>
          <a:p>
            <a:fld id="{0C220060-17AF-4D47-9608-13BA2073F7F1}" type="slidenum">
              <a:rPr lang="fr-FR" smtClean="0"/>
              <a:pPr/>
              <a:t>1</a:t>
            </a:fld>
            <a:endParaRPr lang="fr-FR"/>
          </a:p>
        </p:txBody>
      </p:sp>
    </p:spTree>
    <p:extLst>
      <p:ext uri="{BB962C8B-B14F-4D97-AF65-F5344CB8AC3E}">
        <p14:creationId xmlns:p14="http://schemas.microsoft.com/office/powerpoint/2010/main" val="9545819"/>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D629EA-2F1C-4DA0-B8DF-283622820348}"/>
              </a:ext>
            </a:extLst>
          </p:cNvPr>
          <p:cNvSpPr>
            <a:spLocks noGrp="1"/>
          </p:cNvSpPr>
          <p:nvPr>
            <p:ph type="title"/>
          </p:nvPr>
        </p:nvSpPr>
        <p:spPr>
          <a:xfrm>
            <a:off x="673100" y="508000"/>
            <a:ext cx="8597900" cy="1092200"/>
          </a:xfrm>
        </p:spPr>
        <p:txBody>
          <a:bodyPr anchor="ctr">
            <a:normAutofit/>
          </a:bodyPr>
          <a:lstStyle/>
          <a:p>
            <a:r>
              <a:rPr lang="fr-FR" sz="2800"/>
              <a:t>Introduction</a:t>
            </a:r>
            <a:endParaRPr lang="fr-FR" sz="2800" dirty="0"/>
          </a:p>
        </p:txBody>
      </p:sp>
      <p:sp>
        <p:nvSpPr>
          <p:cNvPr id="3" name="Espace réservé du contenu 2">
            <a:extLst>
              <a:ext uri="{FF2B5EF4-FFF2-40B4-BE49-F238E27FC236}">
                <a16:creationId xmlns:a16="http://schemas.microsoft.com/office/drawing/2014/main" id="{4CC571E8-32C8-4DEB-8904-E9F05262F18A}"/>
              </a:ext>
            </a:extLst>
          </p:cNvPr>
          <p:cNvSpPr>
            <a:spLocks noGrp="1"/>
          </p:cNvSpPr>
          <p:nvPr>
            <p:ph idx="1"/>
          </p:nvPr>
        </p:nvSpPr>
        <p:spPr>
          <a:xfrm>
            <a:off x="673100" y="1777999"/>
            <a:ext cx="8597900" cy="4318000"/>
          </a:xfrm>
        </p:spPr>
        <p:txBody>
          <a:bodyPr>
            <a:normAutofit/>
          </a:bodyPr>
          <a:lstStyle/>
          <a:p>
            <a:r>
              <a:rPr lang="fr-FR" b="0" i="0" dirty="0">
                <a:effectLst/>
              </a:rPr>
              <a:t>Protéger la santé, le bien-être et l'environnement est une des compétences </a:t>
            </a:r>
            <a:r>
              <a:rPr lang="fr-FR" dirty="0"/>
              <a:t>évaluées par la certification </a:t>
            </a:r>
            <a:r>
              <a:rPr lang="fr-FR" dirty="0" err="1">
                <a:hlinkClick r:id="rId2" tooltip="Site de Pix"/>
              </a:rPr>
              <a:t>Pix</a:t>
            </a:r>
            <a:r>
              <a:rPr lang="fr-FR" dirty="0"/>
              <a:t> dans le domaine « </a:t>
            </a:r>
            <a:r>
              <a:rPr lang="fr-FR" b="0" i="0" dirty="0">
                <a:effectLst/>
              </a:rPr>
              <a:t> </a:t>
            </a:r>
            <a:r>
              <a:rPr lang="fr-FR" b="0" i="0" dirty="0">
                <a:effectLst/>
                <a:hlinkClick r:id="rId3" tooltip="Les compétences évaluées par Pix"/>
              </a:rPr>
              <a:t>Protection et sécurité</a:t>
            </a:r>
            <a:r>
              <a:rPr lang="fr-FR" b="0" i="0" dirty="0">
                <a:effectLst/>
              </a:rPr>
              <a:t> »</a:t>
            </a:r>
            <a:endParaRPr lang="fr-FR" dirty="0"/>
          </a:p>
          <a:p>
            <a:r>
              <a:rPr lang="fr-FR" dirty="0"/>
              <a:t>Les compétences visées sont:</a:t>
            </a:r>
          </a:p>
          <a:p>
            <a:pPr lvl="1"/>
            <a:r>
              <a:rPr lang="fr-FR" sz="1500" dirty="0"/>
              <a:t>Prévenir et limiter les risques générés par le numérique sur la santé, le bien- être et l'environnement </a:t>
            </a:r>
          </a:p>
          <a:p>
            <a:pPr lvl="1"/>
            <a:r>
              <a:rPr lang="fr-FR" sz="1500" dirty="0"/>
              <a:t>tirer parti de ses potentialités pour favoriser le développement personnel, le soin, l'inclusion dans la société et la qualité des conditions de vie, pour soi et pour les autres (avec la connaissance des effets du numérique sur la santé physique et psychique et sur l'environnement, et des pratiques, services et outils numériques dédiés au bien-être, à la santé, à l'accessibilité). </a:t>
            </a:r>
          </a:p>
        </p:txBody>
      </p:sp>
      <p:sp>
        <p:nvSpPr>
          <p:cNvPr id="4" name="Espace réservé du pied de page 3">
            <a:extLst>
              <a:ext uri="{FF2B5EF4-FFF2-40B4-BE49-F238E27FC236}">
                <a16:creationId xmlns:a16="http://schemas.microsoft.com/office/drawing/2014/main" id="{F58E12A3-A0D2-7334-33D4-02CA9FB521D1}"/>
              </a:ext>
            </a:extLst>
          </p:cNvPr>
          <p:cNvSpPr>
            <a:spLocks noGrp="1"/>
          </p:cNvSpPr>
          <p:nvPr>
            <p:ph type="ftr" sz="quarter" idx="11"/>
          </p:nvPr>
        </p:nvSpPr>
        <p:spPr/>
        <p:txBody>
          <a:bodyPr/>
          <a:lstStyle/>
          <a:p>
            <a:r>
              <a:rPr lang="fr-FR"/>
              <a:t>Année universitaire 2026-2027</a:t>
            </a:r>
          </a:p>
        </p:txBody>
      </p:sp>
      <p:sp>
        <p:nvSpPr>
          <p:cNvPr id="5" name="Espace réservé du numéro de diapositive 4">
            <a:extLst>
              <a:ext uri="{FF2B5EF4-FFF2-40B4-BE49-F238E27FC236}">
                <a16:creationId xmlns:a16="http://schemas.microsoft.com/office/drawing/2014/main" id="{C539F0E6-0A9D-F014-9889-50F9C341130E}"/>
              </a:ext>
            </a:extLst>
          </p:cNvPr>
          <p:cNvSpPr>
            <a:spLocks noGrp="1"/>
          </p:cNvSpPr>
          <p:nvPr>
            <p:ph type="sldNum" sz="quarter" idx="12"/>
          </p:nvPr>
        </p:nvSpPr>
        <p:spPr/>
        <p:txBody>
          <a:bodyPr/>
          <a:lstStyle/>
          <a:p>
            <a:fld id="{0C220060-17AF-4D47-9608-13BA2073F7F1}" type="slidenum">
              <a:rPr lang="fr-FR" smtClean="0"/>
              <a:pPr/>
              <a:t>2</a:t>
            </a:fld>
            <a:endParaRPr lang="fr-FR"/>
          </a:p>
        </p:txBody>
      </p:sp>
    </p:spTree>
    <p:extLst>
      <p:ext uri="{BB962C8B-B14F-4D97-AF65-F5344CB8AC3E}">
        <p14:creationId xmlns:p14="http://schemas.microsoft.com/office/powerpoint/2010/main" val="1645199325"/>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D629EA-2F1C-4DA0-B8DF-283622820348}"/>
              </a:ext>
            </a:extLst>
          </p:cNvPr>
          <p:cNvSpPr>
            <a:spLocks noGrp="1"/>
          </p:cNvSpPr>
          <p:nvPr>
            <p:ph type="title"/>
          </p:nvPr>
        </p:nvSpPr>
        <p:spPr>
          <a:xfrm>
            <a:off x="673100" y="508000"/>
            <a:ext cx="8597900" cy="1092200"/>
          </a:xfrm>
        </p:spPr>
        <p:txBody>
          <a:bodyPr anchor="ctr">
            <a:normAutofit/>
          </a:bodyPr>
          <a:lstStyle/>
          <a:p>
            <a:r>
              <a:rPr lang="fr-FR" sz="2800"/>
              <a:t>Introduction</a:t>
            </a:r>
            <a:endParaRPr lang="fr-FR" sz="2800" dirty="0"/>
          </a:p>
        </p:txBody>
      </p:sp>
      <p:sp>
        <p:nvSpPr>
          <p:cNvPr id="3" name="Espace réservé du contenu 2">
            <a:extLst>
              <a:ext uri="{FF2B5EF4-FFF2-40B4-BE49-F238E27FC236}">
                <a16:creationId xmlns:a16="http://schemas.microsoft.com/office/drawing/2014/main" id="{4CC571E8-32C8-4DEB-8904-E9F05262F18A}"/>
              </a:ext>
            </a:extLst>
          </p:cNvPr>
          <p:cNvSpPr>
            <a:spLocks noGrp="1"/>
          </p:cNvSpPr>
          <p:nvPr>
            <p:ph idx="1"/>
          </p:nvPr>
        </p:nvSpPr>
        <p:spPr>
          <a:xfrm>
            <a:off x="673100" y="1676400"/>
            <a:ext cx="8597900" cy="457200"/>
          </a:xfrm>
        </p:spPr>
        <p:txBody>
          <a:bodyPr>
            <a:normAutofit/>
          </a:bodyPr>
          <a:lstStyle/>
          <a:p>
            <a:pPr marL="0" indent="0">
              <a:buNone/>
            </a:pPr>
            <a:r>
              <a:rPr lang="fr-FR" sz="2000" b="1" i="0">
                <a:effectLst/>
                <a:latin typeface="Open Sans"/>
              </a:rPr>
              <a:t>Thématiques associées</a:t>
            </a:r>
            <a:endParaRPr lang="fr-FR" sz="2000" b="1" dirty="0"/>
          </a:p>
        </p:txBody>
      </p:sp>
      <p:graphicFrame>
        <p:nvGraphicFramePr>
          <p:cNvPr id="4" name="SmartArt thematiques" descr="Liste en blocs des neuf thématiques associées : Ergonomie du poste de travail, Communication sans fil et ondes, Impact environnemental, Accessibilité, Vie connectée, Capteurs, Intelligence artificielle et robots, Santé, Vie privée et confidentialité.">
            <a:extLst>
              <a:ext uri="{FF2B5EF4-FFF2-40B4-BE49-F238E27FC236}">
                <a16:creationId xmlns:a16="http://schemas.microsoft.com/office/drawing/2014/main" id="{8D5EDD76-DB47-E0B7-8355-0CF5BE6AA971}"/>
              </a:ext>
            </a:extLst>
          </p:cNvPr>
          <p:cNvGraphicFramePr/>
          <p:nvPr>
            <p:extLst>
              <p:ext uri="{D42A27DB-BD31-4B8C-83A1-F6EECF244321}">
                <p14:modId xmlns:p14="http://schemas.microsoft.com/office/powerpoint/2010/main" val="907204484"/>
              </p:ext>
            </p:extLst>
          </p:nvPr>
        </p:nvGraphicFramePr>
        <p:xfrm>
          <a:off x="673100" y="2235200"/>
          <a:ext cx="8597900" cy="38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pied de page 4">
            <a:extLst>
              <a:ext uri="{FF2B5EF4-FFF2-40B4-BE49-F238E27FC236}">
                <a16:creationId xmlns:a16="http://schemas.microsoft.com/office/drawing/2014/main" id="{5B0DB125-8D0C-C015-30C1-833266C78908}"/>
              </a:ext>
            </a:extLst>
          </p:cNvPr>
          <p:cNvSpPr>
            <a:spLocks noGrp="1"/>
          </p:cNvSpPr>
          <p:nvPr>
            <p:ph type="ftr" sz="quarter" idx="11"/>
          </p:nvPr>
        </p:nvSpPr>
        <p:spPr/>
        <p:txBody>
          <a:bodyPr/>
          <a:lstStyle/>
          <a:p>
            <a:r>
              <a:rPr lang="fr-FR"/>
              <a:t>Année universitaire 2026-2027</a:t>
            </a:r>
          </a:p>
        </p:txBody>
      </p:sp>
      <p:sp>
        <p:nvSpPr>
          <p:cNvPr id="6" name="Espace réservé du numéro de diapositive 5">
            <a:extLst>
              <a:ext uri="{FF2B5EF4-FFF2-40B4-BE49-F238E27FC236}">
                <a16:creationId xmlns:a16="http://schemas.microsoft.com/office/drawing/2014/main" id="{3B782385-F2BE-5351-1A2D-5F8F0161650B}"/>
              </a:ext>
            </a:extLst>
          </p:cNvPr>
          <p:cNvSpPr>
            <a:spLocks noGrp="1"/>
          </p:cNvSpPr>
          <p:nvPr>
            <p:ph type="sldNum" sz="quarter" idx="12"/>
          </p:nvPr>
        </p:nvSpPr>
        <p:spPr/>
        <p:txBody>
          <a:bodyPr/>
          <a:lstStyle/>
          <a:p>
            <a:fld id="{0C220060-17AF-4D47-9608-13BA2073F7F1}" type="slidenum">
              <a:rPr lang="fr-FR" smtClean="0"/>
              <a:pPr/>
              <a:t>3</a:t>
            </a:fld>
            <a:endParaRPr lang="fr-FR"/>
          </a:p>
        </p:txBody>
      </p:sp>
    </p:spTree>
    <p:extLst>
      <p:ext uri="{BB962C8B-B14F-4D97-AF65-F5344CB8AC3E}">
        <p14:creationId xmlns:p14="http://schemas.microsoft.com/office/powerpoint/2010/main" val="1261497098"/>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2FF1B0-6595-460E-8585-CEBD86130700}"/>
              </a:ext>
            </a:extLst>
          </p:cNvPr>
          <p:cNvSpPr>
            <a:spLocks noGrp="1"/>
          </p:cNvSpPr>
          <p:nvPr>
            <p:ph type="title"/>
          </p:nvPr>
        </p:nvSpPr>
        <p:spPr>
          <a:xfrm>
            <a:off x="673100" y="508000"/>
            <a:ext cx="8597900" cy="1092200"/>
          </a:xfrm>
        </p:spPr>
        <p:txBody>
          <a:bodyPr anchor="ctr">
            <a:normAutofit/>
          </a:bodyPr>
          <a:lstStyle/>
          <a:p>
            <a:r>
              <a:rPr lang="fr-FR" sz="2800"/>
              <a:t>Protection de l'environnement : le dilemme</a:t>
            </a:r>
            <a:endParaRPr lang="fr-FR" sz="2800" dirty="0"/>
          </a:p>
        </p:txBody>
      </p:sp>
      <p:sp>
        <p:nvSpPr>
          <p:cNvPr id="3" name="Espace réservé du contenu 2">
            <a:extLst>
              <a:ext uri="{FF2B5EF4-FFF2-40B4-BE49-F238E27FC236}">
                <a16:creationId xmlns:a16="http://schemas.microsoft.com/office/drawing/2014/main" id="{E45AE2AD-9D41-475F-9478-A31A4CA29801}"/>
              </a:ext>
            </a:extLst>
          </p:cNvPr>
          <p:cNvSpPr>
            <a:spLocks noGrp="1"/>
          </p:cNvSpPr>
          <p:nvPr>
            <p:ph idx="1"/>
          </p:nvPr>
        </p:nvSpPr>
        <p:spPr>
          <a:xfrm>
            <a:off x="673100" y="1777999"/>
            <a:ext cx="8597900" cy="4318000"/>
          </a:xfrm>
        </p:spPr>
        <p:txBody>
          <a:bodyPr>
            <a:normAutofit/>
          </a:bodyPr>
          <a:lstStyle/>
          <a:p>
            <a:pPr algn="l"/>
            <a:r>
              <a:rPr lang="fr-FR" sz="1900" b="0" i="0" u="none" strike="noStrike" baseline="0" dirty="0"/>
              <a:t>D’un côté, le numérique peut nous aider à lutter contre le changement climatique, de l’autre, le numérique implique la consommation d’électricité et donc l’émission de gaz à effet de serre.</a:t>
            </a:r>
          </a:p>
          <a:p>
            <a:pPr marL="0" indent="0" algn="l">
              <a:buNone/>
            </a:pPr>
            <a:r>
              <a:rPr lang="fr-FR" sz="1900" dirty="0">
                <a:sym typeface="Wingdings" panose="05000000000000000000" pitchFamily="2" charset="2"/>
              </a:rPr>
              <a:t></a:t>
            </a:r>
            <a:r>
              <a:rPr lang="fr-FR" sz="1900" b="0" i="0" u="none" strike="noStrike" baseline="0" dirty="0"/>
              <a:t>Connaître son impact sur l’environnement est essentiel pour réduire notre empreinte carbone.</a:t>
            </a:r>
          </a:p>
          <a:p>
            <a:r>
              <a:rPr lang="fr-FR" sz="1900" dirty="0"/>
              <a:t>les Technologies de l’information et de la communication - les TIC – représentent aujourd’hui près de 4% des émissions mondiales de gaz à effet de serre (soit plus que le transport aérien)!</a:t>
            </a:r>
          </a:p>
        </p:txBody>
      </p:sp>
      <p:sp>
        <p:nvSpPr>
          <p:cNvPr id="4" name="Espace réservé du pied de page 3">
            <a:extLst>
              <a:ext uri="{FF2B5EF4-FFF2-40B4-BE49-F238E27FC236}">
                <a16:creationId xmlns:a16="http://schemas.microsoft.com/office/drawing/2014/main" id="{38A76E85-E451-4D74-C129-6009FA85F028}"/>
              </a:ext>
            </a:extLst>
          </p:cNvPr>
          <p:cNvSpPr>
            <a:spLocks noGrp="1"/>
          </p:cNvSpPr>
          <p:nvPr>
            <p:ph type="ftr" sz="quarter" idx="11"/>
          </p:nvPr>
        </p:nvSpPr>
        <p:spPr/>
        <p:txBody>
          <a:bodyPr/>
          <a:lstStyle/>
          <a:p>
            <a:r>
              <a:rPr lang="fr-FR"/>
              <a:t>Année universitaire 2026-2027</a:t>
            </a:r>
          </a:p>
        </p:txBody>
      </p:sp>
      <p:sp>
        <p:nvSpPr>
          <p:cNvPr id="5" name="Espace réservé du numéro de diapositive 4">
            <a:extLst>
              <a:ext uri="{FF2B5EF4-FFF2-40B4-BE49-F238E27FC236}">
                <a16:creationId xmlns:a16="http://schemas.microsoft.com/office/drawing/2014/main" id="{B4EB3623-7D94-65DE-1678-CBFDCC291ED8}"/>
              </a:ext>
            </a:extLst>
          </p:cNvPr>
          <p:cNvSpPr>
            <a:spLocks noGrp="1"/>
          </p:cNvSpPr>
          <p:nvPr>
            <p:ph type="sldNum" sz="quarter" idx="12"/>
          </p:nvPr>
        </p:nvSpPr>
        <p:spPr/>
        <p:txBody>
          <a:bodyPr/>
          <a:lstStyle/>
          <a:p>
            <a:fld id="{0C220060-17AF-4D47-9608-13BA2073F7F1}" type="slidenum">
              <a:rPr lang="fr-FR" smtClean="0"/>
              <a:pPr/>
              <a:t>4</a:t>
            </a:fld>
            <a:endParaRPr lang="fr-FR"/>
          </a:p>
        </p:txBody>
      </p:sp>
    </p:spTree>
    <p:extLst>
      <p:ext uri="{BB962C8B-B14F-4D97-AF65-F5344CB8AC3E}">
        <p14:creationId xmlns:p14="http://schemas.microsoft.com/office/powerpoint/2010/main" val="3809091821"/>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C00B7F-BF38-4DC4-8371-1D25FE52B31B}"/>
              </a:ext>
            </a:extLst>
          </p:cNvPr>
          <p:cNvSpPr>
            <a:spLocks noGrp="1"/>
          </p:cNvSpPr>
          <p:nvPr>
            <p:ph type="title"/>
          </p:nvPr>
        </p:nvSpPr>
        <p:spPr>
          <a:xfrm>
            <a:off x="673100" y="508000"/>
            <a:ext cx="8597900" cy="1092200"/>
          </a:xfrm>
        </p:spPr>
        <p:txBody>
          <a:bodyPr anchor="ctr">
            <a:normAutofit/>
          </a:bodyPr>
          <a:lstStyle/>
          <a:p>
            <a:r>
              <a:rPr lang="fr-FR" sz="2800"/>
              <a:t>Protection de l'environnement : le dilemme</a:t>
            </a:r>
            <a:endParaRPr lang="fr-FR" sz="2800" dirty="0"/>
          </a:p>
        </p:txBody>
      </p:sp>
      <p:pic>
        <p:nvPicPr>
          <p:cNvPr id="4" name="Image 3" descr="Graphique : part du numérique dans les émissions mondiales de gaz à effet de serre, de 2013 à 2025, selon plusieurs scénarios (The Shift Project, 2018).">
            <a:extLst>
              <a:ext uri="{FF2B5EF4-FFF2-40B4-BE49-F238E27FC236}">
                <a16:creationId xmlns:a16="http://schemas.microsoft.com/office/drawing/2014/main" id="{F3E80465-D553-4795-85FA-20AAF2FC1E0F}"/>
              </a:ext>
            </a:extLst>
          </p:cNvPr>
          <p:cNvPicPr>
            <a:picLocks noChangeAspect="1"/>
          </p:cNvPicPr>
          <p:nvPr/>
        </p:nvPicPr>
        <p:blipFill>
          <a:blip r:embed="rId2"/>
          <a:stretch>
            <a:fillRect/>
          </a:stretch>
        </p:blipFill>
        <p:spPr>
          <a:xfrm>
            <a:off x="673100" y="1879600"/>
            <a:ext cx="5334000" cy="3689687"/>
          </a:xfrm>
          <a:prstGeom prst="rect">
            <a:avLst/>
          </a:prstGeom>
        </p:spPr>
      </p:pic>
      <p:sp>
        <p:nvSpPr>
          <p:cNvPr id="3" name="Zone de texte GES">
            <a:extLst>
              <a:ext uri="{FF2B5EF4-FFF2-40B4-BE49-F238E27FC236}">
                <a16:creationId xmlns:a16="http://schemas.microsoft.com/office/drawing/2014/main" id="{40AA795F-E366-334E-5624-1D29087BA44F}"/>
              </a:ext>
            </a:extLst>
          </p:cNvPr>
          <p:cNvSpPr txBox="1"/>
          <p:nvPr/>
        </p:nvSpPr>
        <p:spPr>
          <a:xfrm>
            <a:off x="6248400" y="2184399"/>
            <a:ext cx="3022600" cy="3048000"/>
          </a:xfrm>
          <a:prstGeom prst="rect">
            <a:avLst/>
          </a:prstGeom>
        </p:spPr>
        <p:style>
          <a:lnRef idx="1">
            <a:schemeClr val="accent1"/>
          </a:lnRef>
          <a:fillRef idx="3">
            <a:schemeClr val="accent1"/>
          </a:fillRef>
          <a:effectRef idx="2">
            <a:schemeClr val="accent1"/>
          </a:effectRef>
          <a:fontRef idx="minor">
            <a:schemeClr val="lt1"/>
          </a:fontRef>
        </p:style>
        <p:txBody>
          <a:bodyPr vert="horz" wrap="square" lIns="177800" tIns="152400" rIns="177800" bIns="152400" rtlCol="0" anchor="ctr">
            <a:noAutofit/>
          </a:bodyPr>
          <a:lstStyle/>
          <a:p>
            <a:r>
              <a:rPr lang="fr-FR" sz="1600"/>
              <a:t>L'émission des GES des appareils a doublé par rapport à 2012 et ne cesse de croître. Il peut encore doubler en 2025 si on n'applique pas les éco-gestes pour un numérique responsable</a:t>
            </a:r>
          </a:p>
        </p:txBody>
      </p:sp>
      <p:sp>
        <p:nvSpPr>
          <p:cNvPr id="5" name="Espace réservé du pied de page 4">
            <a:extLst>
              <a:ext uri="{FF2B5EF4-FFF2-40B4-BE49-F238E27FC236}">
                <a16:creationId xmlns:a16="http://schemas.microsoft.com/office/drawing/2014/main" id="{F10AF4EB-3B8A-A1F0-A9AF-93AD66E2DBBD}"/>
              </a:ext>
            </a:extLst>
          </p:cNvPr>
          <p:cNvSpPr>
            <a:spLocks noGrp="1"/>
          </p:cNvSpPr>
          <p:nvPr>
            <p:ph type="ftr" sz="quarter" idx="11"/>
          </p:nvPr>
        </p:nvSpPr>
        <p:spPr/>
        <p:txBody>
          <a:bodyPr/>
          <a:lstStyle/>
          <a:p>
            <a:r>
              <a:rPr lang="fr-FR"/>
              <a:t>Année universitaire 2026-2027</a:t>
            </a:r>
          </a:p>
        </p:txBody>
      </p:sp>
      <p:sp>
        <p:nvSpPr>
          <p:cNvPr id="6" name="Espace réservé du numéro de diapositive 5">
            <a:extLst>
              <a:ext uri="{FF2B5EF4-FFF2-40B4-BE49-F238E27FC236}">
                <a16:creationId xmlns:a16="http://schemas.microsoft.com/office/drawing/2014/main" id="{CC8818FC-8894-B441-E097-8987C811A7BC}"/>
              </a:ext>
            </a:extLst>
          </p:cNvPr>
          <p:cNvSpPr>
            <a:spLocks noGrp="1"/>
          </p:cNvSpPr>
          <p:nvPr>
            <p:ph type="sldNum" sz="quarter" idx="12"/>
          </p:nvPr>
        </p:nvSpPr>
        <p:spPr/>
        <p:txBody>
          <a:bodyPr/>
          <a:lstStyle/>
          <a:p>
            <a:fld id="{0C220060-17AF-4D47-9608-13BA2073F7F1}" type="slidenum">
              <a:rPr lang="fr-FR" smtClean="0"/>
              <a:pPr/>
              <a:t>5</a:t>
            </a:fld>
            <a:endParaRPr lang="fr-FR"/>
          </a:p>
        </p:txBody>
      </p:sp>
    </p:spTree>
    <p:extLst>
      <p:ext uri="{BB962C8B-B14F-4D97-AF65-F5344CB8AC3E}">
        <p14:creationId xmlns:p14="http://schemas.microsoft.com/office/powerpoint/2010/main" val="1056159697"/>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40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2FF1B0-6595-460E-8585-CEBD86130700}"/>
              </a:ext>
            </a:extLst>
          </p:cNvPr>
          <p:cNvSpPr>
            <a:spLocks noGrp="1"/>
          </p:cNvSpPr>
          <p:nvPr>
            <p:ph type="title"/>
          </p:nvPr>
        </p:nvSpPr>
        <p:spPr>
          <a:xfrm>
            <a:off x="673100" y="508000"/>
            <a:ext cx="8597900" cy="1092200"/>
          </a:xfrm>
        </p:spPr>
        <p:txBody>
          <a:bodyPr anchor="ctr">
            <a:normAutofit/>
          </a:bodyPr>
          <a:lstStyle/>
          <a:p>
            <a:r>
              <a:rPr lang="fr-FR" sz="2800"/>
              <a:t>Impact du numérique sur l'environnement</a:t>
            </a:r>
            <a:endParaRPr lang="fr-FR" sz="2800" dirty="0"/>
          </a:p>
        </p:txBody>
      </p:sp>
      <p:sp>
        <p:nvSpPr>
          <p:cNvPr id="3" name="Espace réservé du contenu 2">
            <a:extLst>
              <a:ext uri="{FF2B5EF4-FFF2-40B4-BE49-F238E27FC236}">
                <a16:creationId xmlns:a16="http://schemas.microsoft.com/office/drawing/2014/main" id="{E45AE2AD-9D41-475F-9478-A31A4CA29801}"/>
              </a:ext>
            </a:extLst>
          </p:cNvPr>
          <p:cNvSpPr>
            <a:spLocks noGrp="1"/>
          </p:cNvSpPr>
          <p:nvPr>
            <p:ph idx="1"/>
          </p:nvPr>
        </p:nvSpPr>
        <p:spPr>
          <a:xfrm>
            <a:off x="673100" y="1727200"/>
            <a:ext cx="8597900" cy="1320800"/>
          </a:xfrm>
        </p:spPr>
        <p:txBody>
          <a:bodyPr>
            <a:noAutofit/>
          </a:bodyPr>
          <a:lstStyle/>
          <a:p>
            <a:pPr marL="0" indent="0" algn="l">
              <a:buNone/>
            </a:pPr>
            <a:r>
              <a:rPr lang="fr-FR" dirty="0"/>
              <a:t>C</a:t>
            </a:r>
            <a:r>
              <a:rPr lang="fr-FR" b="0" i="0" u="none" strike="noStrike" baseline="0" dirty="0"/>
              <a:t>haque recherche sur Google, chaque post Instagram ou chaque mise à jour de son statut sur Snapchat consomme de l’électricité, et rejette dans l’atmosphère des gaz à effet de serre qui contribuent au changement climatique.</a:t>
            </a:r>
            <a:endParaRPr lang="fr-FR" dirty="0"/>
          </a:p>
        </p:txBody>
      </p:sp>
      <p:sp>
        <p:nvSpPr>
          <p:cNvPr id="4" name="ZoneTexte 3">
            <a:extLst>
              <a:ext uri="{FF2B5EF4-FFF2-40B4-BE49-F238E27FC236}">
                <a16:creationId xmlns:a16="http://schemas.microsoft.com/office/drawing/2014/main" id="{758BBE4A-8D29-4C25-A21A-199AC584A59C}"/>
              </a:ext>
            </a:extLst>
          </p:cNvPr>
          <p:cNvSpPr txBox="1"/>
          <p:nvPr/>
        </p:nvSpPr>
        <p:spPr>
          <a:xfrm>
            <a:off x="673100" y="3327399"/>
            <a:ext cx="8597900" cy="1905000"/>
          </a:xfrm>
          <a:prstGeom prst="rect">
            <a:avLst/>
          </a:prstGeom>
        </p:spPr>
        <p:style>
          <a:lnRef idx="1">
            <a:schemeClr val="accent1"/>
          </a:lnRef>
          <a:fillRef idx="2">
            <a:schemeClr val="accent1"/>
          </a:fillRef>
          <a:effectRef idx="1">
            <a:schemeClr val="accent1"/>
          </a:effectRef>
          <a:fontRef idx="minor">
            <a:schemeClr val="dk1"/>
          </a:fontRef>
        </p:style>
        <p:txBody>
          <a:bodyPr wrap="square" lIns="177800" tIns="127000" rIns="177800" bIns="127000" rtlCol="0" anchor="ctr">
            <a:noAutofit/>
          </a:bodyPr>
          <a:lstStyle/>
          <a:p>
            <a:pPr algn="l"/>
            <a:r>
              <a:rPr lang="fr-FR" sz="1500" b="1" i="0" u="none" strike="noStrike" baseline="0"/>
              <a:t>Exemples</a:t>
            </a:r>
          </a:p>
          <a:p>
            <a:pPr marL="342900" indent="-342900">
              <a:spcBef>
                <a:spcPts val="600"/>
              </a:spcBef>
              <a:buFont typeface="+mj-lt"/>
              <a:buChar char="•"/>
            </a:pPr>
            <a:r>
              <a:rPr lang="fr-FR" sz="1500" b="0" i="0" u="none" strike="noStrike" baseline="0"/>
              <a:t>L'envoi d'un mail d'un mégaoctet (1 Mo) correspond à l'utilisation d'une vieille ampoule de 60 watts pendant 25 minutes, soit l'équivalent de 20 g de CO2.</a:t>
            </a:r>
          </a:p>
          <a:p>
            <a:pPr marL="342900" indent="-342900">
              <a:spcBef>
                <a:spcPts val="600"/>
              </a:spcBef>
              <a:buFont typeface="+mj-lt"/>
              <a:buChar char="•"/>
            </a:pPr>
            <a:r>
              <a:rPr lang="fr-FR" sz="1500" b="0" i="0" u="none" strike="noStrike" baseline="0"/>
              <a:t>Une heure de vidéo regardée en ligne consomme autant d'énergie qu'un réfrigérateur pendant une année entière.</a:t>
            </a:r>
            <a:endParaRPr lang="fr-FR" sz="1500" dirty="0"/>
          </a:p>
        </p:txBody>
      </p:sp>
      <p:sp>
        <p:nvSpPr>
          <p:cNvPr id="5" name="Espace réservé du pied de page 4">
            <a:extLst>
              <a:ext uri="{FF2B5EF4-FFF2-40B4-BE49-F238E27FC236}">
                <a16:creationId xmlns:a16="http://schemas.microsoft.com/office/drawing/2014/main" id="{3A134F70-F0C4-8AD7-8EFD-2DEF0D5A2329}"/>
              </a:ext>
            </a:extLst>
          </p:cNvPr>
          <p:cNvSpPr>
            <a:spLocks noGrp="1"/>
          </p:cNvSpPr>
          <p:nvPr>
            <p:ph type="ftr" sz="quarter" idx="11"/>
          </p:nvPr>
        </p:nvSpPr>
        <p:spPr/>
        <p:txBody>
          <a:bodyPr/>
          <a:lstStyle/>
          <a:p>
            <a:r>
              <a:rPr lang="fr-FR"/>
              <a:t>Année universitaire 2026-2027</a:t>
            </a:r>
          </a:p>
        </p:txBody>
      </p:sp>
      <p:sp>
        <p:nvSpPr>
          <p:cNvPr id="6" name="Espace réservé du numéro de diapositive 5">
            <a:extLst>
              <a:ext uri="{FF2B5EF4-FFF2-40B4-BE49-F238E27FC236}">
                <a16:creationId xmlns:a16="http://schemas.microsoft.com/office/drawing/2014/main" id="{945729AC-D994-359A-B071-0885C1AACFF3}"/>
              </a:ext>
            </a:extLst>
          </p:cNvPr>
          <p:cNvSpPr>
            <a:spLocks noGrp="1"/>
          </p:cNvSpPr>
          <p:nvPr>
            <p:ph type="sldNum" sz="quarter" idx="12"/>
          </p:nvPr>
        </p:nvSpPr>
        <p:spPr/>
        <p:txBody>
          <a:bodyPr/>
          <a:lstStyle/>
          <a:p>
            <a:fld id="{0C220060-17AF-4D47-9608-13BA2073F7F1}" type="slidenum">
              <a:rPr lang="fr-FR" smtClean="0"/>
              <a:pPr/>
              <a:t>6</a:t>
            </a:fld>
            <a:endParaRPr lang="fr-FR"/>
          </a:p>
        </p:txBody>
      </p:sp>
    </p:spTree>
    <p:extLst>
      <p:ext uri="{BB962C8B-B14F-4D97-AF65-F5344CB8AC3E}">
        <p14:creationId xmlns:p14="http://schemas.microsoft.com/office/powerpoint/2010/main" val="635695750"/>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2FF1B0-6595-460E-8585-CEBD86130700}"/>
              </a:ext>
            </a:extLst>
          </p:cNvPr>
          <p:cNvSpPr>
            <a:spLocks noGrp="1"/>
          </p:cNvSpPr>
          <p:nvPr>
            <p:ph type="title"/>
          </p:nvPr>
        </p:nvSpPr>
        <p:spPr>
          <a:xfrm>
            <a:off x="673100" y="508000"/>
            <a:ext cx="8597900" cy="1092200"/>
          </a:xfrm>
        </p:spPr>
        <p:txBody>
          <a:bodyPr anchor="ctr">
            <a:normAutofit/>
          </a:bodyPr>
          <a:lstStyle/>
          <a:p>
            <a:r>
              <a:rPr lang="fr-FR" sz="2800"/>
              <a:t>Impact du numérique sur l'environnement</a:t>
            </a:r>
            <a:endParaRPr lang="fr-FR" sz="2800" dirty="0"/>
          </a:p>
        </p:txBody>
      </p:sp>
      <p:sp>
        <p:nvSpPr>
          <p:cNvPr id="6" name="Espace réservé du contenu 5">
            <a:extLst>
              <a:ext uri="{FF2B5EF4-FFF2-40B4-BE49-F238E27FC236}">
                <a16:creationId xmlns:a16="http://schemas.microsoft.com/office/drawing/2014/main" id="{8F203279-413E-4EA8-8277-57D8B4F5F8EE}"/>
              </a:ext>
            </a:extLst>
          </p:cNvPr>
          <p:cNvSpPr>
            <a:spLocks noGrp="1"/>
          </p:cNvSpPr>
          <p:nvPr>
            <p:ph idx="1"/>
          </p:nvPr>
        </p:nvSpPr>
        <p:spPr>
          <a:xfrm>
            <a:off x="673100" y="1778000"/>
            <a:ext cx="2997200" cy="3810000"/>
          </a:xfrm>
        </p:spPr>
        <p:txBody>
          <a:bodyPr>
            <a:normAutofit/>
          </a:bodyPr>
          <a:lstStyle/>
          <a:p>
            <a:pPr marL="0" indent="0" algn="l">
              <a:buNone/>
            </a:pPr>
            <a:r>
              <a:rPr lang="fr-FR" sz="1700" dirty="0"/>
              <a:t>La production des équipements numériques a un impact énorme sur l’environnement. Elle représente en moyenne 45% de leurs émissions de gaz à effet de serre dans leur cycles de vie</a:t>
            </a:r>
            <a:endParaRPr lang="fr-FR" sz="1700" b="0" i="0" u="none" strike="noStrike" baseline="0" dirty="0"/>
          </a:p>
        </p:txBody>
      </p:sp>
      <p:pic>
        <p:nvPicPr>
          <p:cNvPr id="3" name="Image 2" descr="Infographie ADEME : émissions de carbone d'un ordinateur à chaque étape de son cycle de vie ; la production des matières premières et la fabrication représentent la plus grande part.">
            <a:extLst>
              <a:ext uri="{FF2B5EF4-FFF2-40B4-BE49-F238E27FC236}">
                <a16:creationId xmlns:a16="http://schemas.microsoft.com/office/drawing/2014/main" id="{C31EC75B-C193-45A0-BD75-AE86918C9BB2}"/>
              </a:ext>
            </a:extLst>
          </p:cNvPr>
          <p:cNvPicPr>
            <a:picLocks noChangeAspect="1"/>
          </p:cNvPicPr>
          <p:nvPr/>
        </p:nvPicPr>
        <p:blipFill>
          <a:blip r:embed="rId2"/>
          <a:stretch>
            <a:fillRect/>
          </a:stretch>
        </p:blipFill>
        <p:spPr>
          <a:xfrm>
            <a:off x="3937000" y="1828800"/>
            <a:ext cx="5334000" cy="3546671"/>
          </a:xfrm>
          <a:prstGeom prst="rect">
            <a:avLst/>
          </a:prstGeom>
        </p:spPr>
      </p:pic>
      <p:sp>
        <p:nvSpPr>
          <p:cNvPr id="9" name="ZoneTexte 8">
            <a:extLst>
              <a:ext uri="{FF2B5EF4-FFF2-40B4-BE49-F238E27FC236}">
                <a16:creationId xmlns:a16="http://schemas.microsoft.com/office/drawing/2014/main" id="{78CDCC22-F9F8-4766-9B08-52B9ED729247}"/>
              </a:ext>
            </a:extLst>
          </p:cNvPr>
          <p:cNvSpPr txBox="1"/>
          <p:nvPr/>
        </p:nvSpPr>
        <p:spPr>
          <a:xfrm>
            <a:off x="3937000" y="5461000"/>
            <a:ext cx="5334000" cy="685800"/>
          </a:xfrm>
          <a:prstGeom prst="rect">
            <a:avLst/>
          </a:prstGeom>
          <a:noFill/>
        </p:spPr>
        <p:txBody>
          <a:bodyPr wrap="square">
            <a:noAutofit/>
          </a:bodyPr>
          <a:lstStyle/>
          <a:p>
            <a:pPr algn="l"/>
            <a:r>
              <a:rPr lang="fr-FR" sz="1150" b="0" i="1" u="none" strike="noStrike" baseline="0" dirty="0">
                <a:solidFill>
                  <a:srgbClr val="555555"/>
                </a:solidFill>
                <a:latin typeface="font0000000023329985"/>
              </a:rPr>
              <a:t>Ce graphique montre quelles sont les émissions carbone d’un ordinateur durant son cycle de vie. L’extraction des matières premières et la fabrication constituent clairement la plus grosse part. ©ADEME</a:t>
            </a:r>
            <a:endParaRPr lang="fr-FR" sz="1150" i="1" dirty="0"/>
          </a:p>
        </p:txBody>
      </p:sp>
      <p:sp>
        <p:nvSpPr>
          <p:cNvPr id="4" name="Espace réservé du pied de page 3">
            <a:extLst>
              <a:ext uri="{FF2B5EF4-FFF2-40B4-BE49-F238E27FC236}">
                <a16:creationId xmlns:a16="http://schemas.microsoft.com/office/drawing/2014/main" id="{A6342A18-AA84-491E-F703-1F94A00F2A14}"/>
              </a:ext>
            </a:extLst>
          </p:cNvPr>
          <p:cNvSpPr>
            <a:spLocks noGrp="1"/>
          </p:cNvSpPr>
          <p:nvPr>
            <p:ph type="ftr" sz="quarter" idx="11"/>
          </p:nvPr>
        </p:nvSpPr>
        <p:spPr/>
        <p:txBody>
          <a:bodyPr/>
          <a:lstStyle/>
          <a:p>
            <a:r>
              <a:rPr lang="fr-FR"/>
              <a:t>Année universitaire 2026-2027</a:t>
            </a:r>
          </a:p>
        </p:txBody>
      </p:sp>
      <p:sp>
        <p:nvSpPr>
          <p:cNvPr id="5" name="Espace réservé du numéro de diapositive 4">
            <a:extLst>
              <a:ext uri="{FF2B5EF4-FFF2-40B4-BE49-F238E27FC236}">
                <a16:creationId xmlns:a16="http://schemas.microsoft.com/office/drawing/2014/main" id="{41268FB6-DEEF-9D45-73B8-097D6537ECE9}"/>
              </a:ext>
            </a:extLst>
          </p:cNvPr>
          <p:cNvSpPr>
            <a:spLocks noGrp="1"/>
          </p:cNvSpPr>
          <p:nvPr>
            <p:ph type="sldNum" sz="quarter" idx="12"/>
          </p:nvPr>
        </p:nvSpPr>
        <p:spPr/>
        <p:txBody>
          <a:bodyPr/>
          <a:lstStyle/>
          <a:p>
            <a:fld id="{0C220060-17AF-4D47-9608-13BA2073F7F1}" type="slidenum">
              <a:rPr lang="fr-FR" smtClean="0"/>
              <a:pPr/>
              <a:t>7</a:t>
            </a:fld>
            <a:endParaRPr lang="fr-FR"/>
          </a:p>
        </p:txBody>
      </p:sp>
    </p:spTree>
    <p:extLst>
      <p:ext uri="{BB962C8B-B14F-4D97-AF65-F5344CB8AC3E}">
        <p14:creationId xmlns:p14="http://schemas.microsoft.com/office/powerpoint/2010/main" val="198156548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40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2FF1B0-6595-460E-8585-CEBD86130700}"/>
              </a:ext>
            </a:extLst>
          </p:cNvPr>
          <p:cNvSpPr>
            <a:spLocks noGrp="1"/>
          </p:cNvSpPr>
          <p:nvPr>
            <p:ph type="title"/>
          </p:nvPr>
        </p:nvSpPr>
        <p:spPr>
          <a:xfrm>
            <a:off x="673100" y="508000"/>
            <a:ext cx="8597900" cy="1092200"/>
          </a:xfrm>
        </p:spPr>
        <p:txBody>
          <a:bodyPr anchor="ctr">
            <a:normAutofit/>
          </a:bodyPr>
          <a:lstStyle/>
          <a:p>
            <a:r>
              <a:rPr lang="fr-FR" sz="2800"/>
              <a:t>Impact du numérique sur l'environnement</a:t>
            </a:r>
            <a:endParaRPr lang="fr-FR" sz="2800" dirty="0"/>
          </a:p>
        </p:txBody>
      </p:sp>
      <p:sp>
        <p:nvSpPr>
          <p:cNvPr id="3" name="Espace réservé du contenu 2">
            <a:extLst>
              <a:ext uri="{FF2B5EF4-FFF2-40B4-BE49-F238E27FC236}">
                <a16:creationId xmlns:a16="http://schemas.microsoft.com/office/drawing/2014/main" id="{E45AE2AD-9D41-475F-9478-A31A4CA29801}"/>
              </a:ext>
            </a:extLst>
          </p:cNvPr>
          <p:cNvSpPr>
            <a:spLocks noGrp="1"/>
          </p:cNvSpPr>
          <p:nvPr>
            <p:ph idx="1"/>
          </p:nvPr>
        </p:nvSpPr>
        <p:spPr>
          <a:xfrm>
            <a:off x="1270000" y="1727200"/>
            <a:ext cx="5334000" cy="1397000"/>
          </a:xfrm>
        </p:spPr>
        <p:txBody>
          <a:bodyPr>
            <a:noAutofit/>
          </a:bodyPr>
          <a:lstStyle/>
          <a:p>
            <a:pPr marL="0" indent="0" algn="l">
              <a:spcAft>
                <a:spcPts val="800"/>
              </a:spcAft>
              <a:buNone/>
            </a:pPr>
            <a:r>
              <a:rPr lang="fr-FR" sz="2400" b="1"/>
              <a:t>Le saviez-vous ?</a:t>
            </a:r>
          </a:p>
          <a:p>
            <a:pPr marL="0" indent="0" algn="l">
              <a:buNone/>
            </a:pPr>
            <a:r>
              <a:rPr lang="fr-FR" sz="1700"/>
              <a:t>Pour calculer l'empreinte carbone d'un appareil, on compte toute l'énergie dépensée !</a:t>
            </a:r>
            <a:endParaRPr lang="fr-FR" sz="1700" dirty="0"/>
          </a:p>
        </p:txBody>
      </p:sp>
      <p:sp>
        <p:nvSpPr>
          <p:cNvPr id="4" name="ZoneTexte 3">
            <a:extLst>
              <a:ext uri="{FF2B5EF4-FFF2-40B4-BE49-F238E27FC236}">
                <a16:creationId xmlns:a16="http://schemas.microsoft.com/office/drawing/2014/main" id="{758BBE4A-8D29-4C25-A21A-199AC584A59C}"/>
              </a:ext>
            </a:extLst>
          </p:cNvPr>
          <p:cNvSpPr txBox="1"/>
          <p:nvPr/>
        </p:nvSpPr>
        <p:spPr>
          <a:xfrm>
            <a:off x="673100" y="3327400"/>
            <a:ext cx="5715000" cy="1905000"/>
          </a:xfrm>
          <a:prstGeom prst="rect">
            <a:avLst/>
          </a:prstGeom>
        </p:spPr>
        <p:style>
          <a:lnRef idx="1">
            <a:schemeClr val="accent1"/>
          </a:lnRef>
          <a:fillRef idx="2">
            <a:schemeClr val="accent1"/>
          </a:fillRef>
          <a:effectRef idx="1">
            <a:schemeClr val="accent1"/>
          </a:effectRef>
          <a:fontRef idx="minor">
            <a:schemeClr val="dk1"/>
          </a:fontRef>
        </p:style>
        <p:txBody>
          <a:bodyPr wrap="square" lIns="152400" tIns="127000" rIns="152400" bIns="127000" rtlCol="0" anchor="ctr">
            <a:noAutofit/>
          </a:bodyPr>
          <a:lstStyle/>
          <a:p>
            <a:pPr algn="l"/>
            <a:r>
              <a:rPr lang="fr-FR" sz="1500" b="1" i="0" u="none" strike="noStrike" baseline="0"/>
              <a:t>Exemple</a:t>
            </a:r>
          </a:p>
          <a:p>
            <a:pPr algn="l"/>
            <a:r>
              <a:rPr lang="fr-FR" sz="1500" b="0" i="0" u="none" strike="noStrike" baseline="0"/>
              <a:t>Pour un smartphone, on analyse tout son « cycle de vie » : extraction des matières premières, fabrication, utilisation et recyclage. L'énergie consommée par un portable, ce n'est donc pas seulement le courant qui sort de la prise quand on le recharge, mais beaucoup, beaucoup plus !</a:t>
            </a:r>
            <a:endParaRPr lang="fr-FR" sz="1500" dirty="0"/>
          </a:p>
        </p:txBody>
      </p:sp>
      <p:pic>
        <p:nvPicPr>
          <p:cNvPr id="6" name="Icone ampoule" descr="Icône : ampoule">
            <a:extLst>
              <a:ext uri="{FF2B5EF4-FFF2-40B4-BE49-F238E27FC236}">
                <a16:creationId xmlns:a16="http://schemas.microsoft.com/office/drawing/2014/main" id="{F18226E4-2E83-2A6D-AC70-C7E5F4AE2F8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73100" y="1727200"/>
            <a:ext cx="482600" cy="482600"/>
          </a:xfrm>
          <a:prstGeom prst="rect">
            <a:avLst/>
          </a:prstGeom>
        </p:spPr>
      </p:pic>
      <p:pic>
        <p:nvPicPr>
          <p:cNvPr id="8" name="Image empreinte carbone" descr="Pictogramme d'une empreinte de pied portant la mention CO2, symbole de l'empreinte carbone.">
            <a:extLst>
              <a:ext uri="{FF2B5EF4-FFF2-40B4-BE49-F238E27FC236}">
                <a16:creationId xmlns:a16="http://schemas.microsoft.com/office/drawing/2014/main" id="{3E784B54-CB6D-47F1-8ACD-7A1E727946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9600" y="1905000"/>
            <a:ext cx="2159000" cy="2741930"/>
          </a:xfrm>
          <a:prstGeom prst="rect">
            <a:avLst/>
          </a:prstGeom>
        </p:spPr>
      </p:pic>
      <p:sp>
        <p:nvSpPr>
          <p:cNvPr id="9" name="Source de l'image">
            <a:extLst>
              <a:ext uri="{FF2B5EF4-FFF2-40B4-BE49-F238E27FC236}">
                <a16:creationId xmlns:a16="http://schemas.microsoft.com/office/drawing/2014/main" id="{03ACF6E9-4970-5CAD-F2BF-F6833973FD7A}"/>
              </a:ext>
            </a:extLst>
          </p:cNvPr>
          <p:cNvSpPr txBox="1"/>
          <p:nvPr/>
        </p:nvSpPr>
        <p:spPr>
          <a:xfrm>
            <a:off x="6604000" y="4724400"/>
            <a:ext cx="2870200" cy="384721"/>
          </a:xfrm>
          <a:prstGeom prst="rect">
            <a:avLst/>
          </a:prstGeom>
          <a:noFill/>
        </p:spPr>
        <p:txBody>
          <a:bodyPr vert="horz" rtlCol="0">
            <a:spAutoFit/>
          </a:bodyPr>
          <a:lstStyle/>
          <a:p>
            <a:pPr algn="ctr"/>
            <a:r>
              <a:rPr lang="fr-FR" sz="950" i="1"/>
              <a:t>Image : « Carbon footprint icon », Tommaso.sansone91, Wikimedia Commons (CC0)</a:t>
            </a:r>
          </a:p>
        </p:txBody>
      </p:sp>
      <p:sp>
        <p:nvSpPr>
          <p:cNvPr id="10" name="Espace réservé du pied de page 9">
            <a:extLst>
              <a:ext uri="{FF2B5EF4-FFF2-40B4-BE49-F238E27FC236}">
                <a16:creationId xmlns:a16="http://schemas.microsoft.com/office/drawing/2014/main" id="{876F0E92-26FE-04AE-E5AC-10618F4E6223}"/>
              </a:ext>
            </a:extLst>
          </p:cNvPr>
          <p:cNvSpPr>
            <a:spLocks noGrp="1"/>
          </p:cNvSpPr>
          <p:nvPr>
            <p:ph type="ftr" sz="quarter" idx="11"/>
          </p:nvPr>
        </p:nvSpPr>
        <p:spPr/>
        <p:txBody>
          <a:bodyPr/>
          <a:lstStyle/>
          <a:p>
            <a:r>
              <a:rPr lang="fr-FR"/>
              <a:t>Année universitaire 2026-2027</a:t>
            </a:r>
          </a:p>
        </p:txBody>
      </p:sp>
      <p:sp>
        <p:nvSpPr>
          <p:cNvPr id="11" name="Espace réservé du numéro de diapositive 10">
            <a:extLst>
              <a:ext uri="{FF2B5EF4-FFF2-40B4-BE49-F238E27FC236}">
                <a16:creationId xmlns:a16="http://schemas.microsoft.com/office/drawing/2014/main" id="{A30C7E96-A0A6-CE7D-0358-875E275D8584}"/>
              </a:ext>
            </a:extLst>
          </p:cNvPr>
          <p:cNvSpPr>
            <a:spLocks noGrp="1"/>
          </p:cNvSpPr>
          <p:nvPr>
            <p:ph type="sldNum" sz="quarter" idx="12"/>
          </p:nvPr>
        </p:nvSpPr>
        <p:spPr/>
        <p:txBody>
          <a:bodyPr/>
          <a:lstStyle/>
          <a:p>
            <a:fld id="{0C220060-17AF-4D47-9608-13BA2073F7F1}" type="slidenum">
              <a:rPr lang="fr-FR" smtClean="0"/>
              <a:pPr/>
              <a:t>8</a:t>
            </a:fld>
            <a:endParaRPr lang="fr-FR"/>
          </a:p>
        </p:txBody>
      </p:sp>
    </p:spTree>
    <p:extLst>
      <p:ext uri="{BB962C8B-B14F-4D97-AF65-F5344CB8AC3E}">
        <p14:creationId xmlns:p14="http://schemas.microsoft.com/office/powerpoint/2010/main" val="446095233"/>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2FF1B0-6595-460E-8585-CEBD86130700}"/>
              </a:ext>
            </a:extLst>
          </p:cNvPr>
          <p:cNvSpPr>
            <a:spLocks noGrp="1"/>
          </p:cNvSpPr>
          <p:nvPr>
            <p:ph type="title"/>
          </p:nvPr>
        </p:nvSpPr>
        <p:spPr>
          <a:xfrm>
            <a:off x="673100" y="508000"/>
            <a:ext cx="8597900" cy="1092200"/>
          </a:xfrm>
        </p:spPr>
        <p:txBody>
          <a:bodyPr anchor="ctr">
            <a:normAutofit/>
          </a:bodyPr>
          <a:lstStyle/>
          <a:p>
            <a:r>
              <a:rPr lang="fr-FR" sz="2800"/>
              <a:t>Impact du numérique sur l'environnement</a:t>
            </a:r>
            <a:endParaRPr lang="fr-FR" sz="2800" dirty="0"/>
          </a:p>
        </p:txBody>
      </p:sp>
      <p:sp>
        <p:nvSpPr>
          <p:cNvPr id="6" name="Espace réservé du contenu 5">
            <a:extLst>
              <a:ext uri="{FF2B5EF4-FFF2-40B4-BE49-F238E27FC236}">
                <a16:creationId xmlns:a16="http://schemas.microsoft.com/office/drawing/2014/main" id="{8F203279-413E-4EA8-8277-57D8B4F5F8EE}"/>
              </a:ext>
            </a:extLst>
          </p:cNvPr>
          <p:cNvSpPr>
            <a:spLocks noGrp="1"/>
          </p:cNvSpPr>
          <p:nvPr>
            <p:ph idx="1"/>
          </p:nvPr>
        </p:nvSpPr>
        <p:spPr>
          <a:xfrm>
            <a:off x="673100" y="1676400"/>
            <a:ext cx="8597900" cy="736600"/>
          </a:xfrm>
        </p:spPr>
        <p:txBody>
          <a:bodyPr>
            <a:normAutofit/>
          </a:bodyPr>
          <a:lstStyle/>
          <a:p>
            <a:pPr marL="0" indent="0" algn="l">
              <a:buNone/>
            </a:pPr>
            <a:r>
              <a:rPr lang="fr-FR"/>
              <a:t>Le numérique absorbe 10 % de la consommation mondiale d'électricité, un chiffre qui grimpe de 10 % par an :</a:t>
            </a:r>
            <a:endParaRPr lang="fr-FR" dirty="0"/>
          </a:p>
        </p:txBody>
      </p:sp>
      <p:graphicFrame>
        <p:nvGraphicFramePr>
          <p:cNvPr id="3" name="Graphique en secteurs" descr="Graphique en secteurs : 30 % pour les ordinateurs, smartphones et objets connectés ; 30 % pour les data-centers ; 40 % pour les réseaux.">
            <a:extLst>
              <a:ext uri="{FF2B5EF4-FFF2-40B4-BE49-F238E27FC236}">
                <a16:creationId xmlns:a16="http://schemas.microsoft.com/office/drawing/2014/main" id="{EC03C69D-2276-2622-7E75-DAC881BF8599}"/>
              </a:ext>
            </a:extLst>
          </p:cNvPr>
          <p:cNvGraphicFramePr/>
          <p:nvPr>
            <p:extLst>
              <p:ext uri="{D42A27DB-BD31-4B8C-83A1-F6EECF244321}">
                <p14:modId xmlns:p14="http://schemas.microsoft.com/office/powerpoint/2010/main" val="3681482195"/>
              </p:ext>
            </p:extLst>
          </p:nvPr>
        </p:nvGraphicFramePr>
        <p:xfrm>
          <a:off x="673100" y="2489200"/>
          <a:ext cx="8597900" cy="3683000"/>
        </p:xfrm>
        <a:graphic>
          <a:graphicData uri="http://schemas.openxmlformats.org/drawingml/2006/chart">
            <c:chart xmlns:c="http://schemas.openxmlformats.org/drawingml/2006/chart" xmlns:r="http://schemas.openxmlformats.org/officeDocument/2006/relationships" r:id="rId2"/>
          </a:graphicData>
        </a:graphic>
      </p:graphicFrame>
      <p:sp>
        <p:nvSpPr>
          <p:cNvPr id="4" name="Espace réservé du pied de page 3">
            <a:extLst>
              <a:ext uri="{FF2B5EF4-FFF2-40B4-BE49-F238E27FC236}">
                <a16:creationId xmlns:a16="http://schemas.microsoft.com/office/drawing/2014/main" id="{6A57FE81-2761-F532-03AD-B6FC5BF09730}"/>
              </a:ext>
            </a:extLst>
          </p:cNvPr>
          <p:cNvSpPr>
            <a:spLocks noGrp="1"/>
          </p:cNvSpPr>
          <p:nvPr>
            <p:ph type="ftr" sz="quarter" idx="11"/>
          </p:nvPr>
        </p:nvSpPr>
        <p:spPr/>
        <p:txBody>
          <a:bodyPr/>
          <a:lstStyle/>
          <a:p>
            <a:r>
              <a:rPr lang="fr-FR"/>
              <a:t>Année universitaire 2026-2027</a:t>
            </a:r>
          </a:p>
        </p:txBody>
      </p:sp>
      <p:sp>
        <p:nvSpPr>
          <p:cNvPr id="5" name="Espace réservé du numéro de diapositive 4">
            <a:extLst>
              <a:ext uri="{FF2B5EF4-FFF2-40B4-BE49-F238E27FC236}">
                <a16:creationId xmlns:a16="http://schemas.microsoft.com/office/drawing/2014/main" id="{61E03E82-B4E6-DD0E-EF00-92D13D073C3C}"/>
              </a:ext>
            </a:extLst>
          </p:cNvPr>
          <p:cNvSpPr>
            <a:spLocks noGrp="1"/>
          </p:cNvSpPr>
          <p:nvPr>
            <p:ph type="sldNum" sz="quarter" idx="12"/>
          </p:nvPr>
        </p:nvSpPr>
        <p:spPr/>
        <p:txBody>
          <a:bodyPr/>
          <a:lstStyle/>
          <a:p>
            <a:fld id="{0C220060-17AF-4D47-9608-13BA2073F7F1}" type="slidenum">
              <a:rPr lang="fr-FR" smtClean="0"/>
              <a:pPr/>
              <a:t>9</a:t>
            </a:fld>
            <a:endParaRPr lang="fr-FR"/>
          </a:p>
        </p:txBody>
      </p:sp>
    </p:spTree>
    <p:extLst>
      <p:ext uri="{BB962C8B-B14F-4D97-AF65-F5344CB8AC3E}">
        <p14:creationId xmlns:p14="http://schemas.microsoft.com/office/powerpoint/2010/main" val="231082379"/>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2FF1B0-6595-460E-8585-CEBD86130700}"/>
              </a:ext>
            </a:extLst>
          </p:cNvPr>
          <p:cNvSpPr>
            <a:spLocks noGrp="1"/>
          </p:cNvSpPr>
          <p:nvPr>
            <p:ph type="title"/>
          </p:nvPr>
        </p:nvSpPr>
        <p:spPr>
          <a:xfrm>
            <a:off x="673100" y="508000"/>
            <a:ext cx="8597900" cy="1092200"/>
          </a:xfrm>
        </p:spPr>
        <p:txBody>
          <a:bodyPr anchor="ctr">
            <a:noAutofit/>
          </a:bodyPr>
          <a:lstStyle/>
          <a:p>
            <a:r>
              <a:rPr lang="fr-FR" sz="2800"/>
              <a:t>Quelques éco-gestes pour un numérique responsable</a:t>
            </a:r>
            <a:endParaRPr lang="fr-FR" sz="2800" dirty="0"/>
          </a:p>
        </p:txBody>
      </p:sp>
      <p:graphicFrame>
        <p:nvGraphicFramePr>
          <p:cNvPr id="3" name="SmartArt eco-gestes" descr="Liste verticale en blocs : Allonger la durée de vie de son matériel ; Privilégier le matériel reconditionné ou d'occasion, ou faire le choix d'appareils économes, pouvant être réparés ; Éviter de multiplier les appareils ; Bien entretenir son matériel avec des protections anti-virus pour éviter les pannes ; Recycler son matériel informatique">
            <a:extLst>
              <a:ext uri="{FF2B5EF4-FFF2-40B4-BE49-F238E27FC236}">
                <a16:creationId xmlns:a16="http://schemas.microsoft.com/office/drawing/2014/main" id="{5AC2565E-32D3-78EC-7D65-2E9D13E7B164}"/>
              </a:ext>
            </a:extLst>
          </p:cNvPr>
          <p:cNvGraphicFramePr>
            <a:graphicFrameLocks noGrp="1"/>
          </p:cNvGraphicFramePr>
          <p:nvPr>
            <p:ph idx="1"/>
            <p:extLst>
              <p:ext uri="{D42A27DB-BD31-4B8C-83A1-F6EECF244321}">
                <p14:modId xmlns:p14="http://schemas.microsoft.com/office/powerpoint/2010/main" val="3512811598"/>
              </p:ext>
            </p:extLst>
          </p:nvPr>
        </p:nvGraphicFramePr>
        <p:xfrm>
          <a:off x="673100" y="2006600"/>
          <a:ext cx="8597900" cy="3327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pied de page 3">
            <a:extLst>
              <a:ext uri="{FF2B5EF4-FFF2-40B4-BE49-F238E27FC236}">
                <a16:creationId xmlns:a16="http://schemas.microsoft.com/office/drawing/2014/main" id="{305B70CB-AB94-7A67-0E2C-FC9517EAF349}"/>
              </a:ext>
            </a:extLst>
          </p:cNvPr>
          <p:cNvSpPr>
            <a:spLocks noGrp="1"/>
          </p:cNvSpPr>
          <p:nvPr>
            <p:ph type="ftr" sz="quarter" idx="11"/>
          </p:nvPr>
        </p:nvSpPr>
        <p:spPr/>
        <p:txBody>
          <a:bodyPr/>
          <a:lstStyle/>
          <a:p>
            <a:r>
              <a:rPr lang="fr-FR"/>
              <a:t>Année universitaire 2026-2027</a:t>
            </a:r>
          </a:p>
        </p:txBody>
      </p:sp>
      <p:sp>
        <p:nvSpPr>
          <p:cNvPr id="5" name="Espace réservé du numéro de diapositive 4">
            <a:extLst>
              <a:ext uri="{FF2B5EF4-FFF2-40B4-BE49-F238E27FC236}">
                <a16:creationId xmlns:a16="http://schemas.microsoft.com/office/drawing/2014/main" id="{A09DA473-805D-5964-569A-5DA83871FA73}"/>
              </a:ext>
            </a:extLst>
          </p:cNvPr>
          <p:cNvSpPr>
            <a:spLocks noGrp="1"/>
          </p:cNvSpPr>
          <p:nvPr>
            <p:ph type="sldNum" sz="quarter" idx="12"/>
          </p:nvPr>
        </p:nvSpPr>
        <p:spPr/>
        <p:txBody>
          <a:bodyPr/>
          <a:lstStyle/>
          <a:p>
            <a:fld id="{0C220060-17AF-4D47-9608-13BA2073F7F1}" type="slidenum">
              <a:rPr lang="fr-FR" smtClean="0"/>
              <a:pPr/>
              <a:t>10</a:t>
            </a:fld>
            <a:endParaRPr lang="fr-FR"/>
          </a:p>
        </p:txBody>
      </p:sp>
    </p:spTree>
    <p:extLst>
      <p:ext uri="{BB962C8B-B14F-4D97-AF65-F5344CB8AC3E}">
        <p14:creationId xmlns:p14="http://schemas.microsoft.com/office/powerpoint/2010/main" val="2789749726"/>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FC422E-5FA3-692C-F6EE-D7DB90BECB15}"/>
              </a:ext>
            </a:extLst>
          </p:cNvPr>
          <p:cNvSpPr>
            <a:spLocks noGrp="1"/>
          </p:cNvSpPr>
          <p:nvPr>
            <p:ph type="title"/>
          </p:nvPr>
        </p:nvSpPr>
        <p:spPr/>
        <p:txBody>
          <a:bodyPr>
            <a:normAutofit/>
          </a:bodyPr>
          <a:lstStyle/>
          <a:p>
            <a:r>
              <a:rPr lang="fr-FR" sz="2400"/>
              <a:t>L'empreinte carbone : la trace de nos usages</a:t>
            </a:r>
          </a:p>
        </p:txBody>
      </p:sp>
      <p:sp>
        <p:nvSpPr>
          <p:cNvPr id="4" name="Espace réservé du texte 3">
            <a:extLst>
              <a:ext uri="{FF2B5EF4-FFF2-40B4-BE49-F238E27FC236}">
                <a16:creationId xmlns:a16="http://schemas.microsoft.com/office/drawing/2014/main" id="{9C28240C-FA5A-84BD-7DE2-C720BB67E69A}"/>
              </a:ext>
            </a:extLst>
          </p:cNvPr>
          <p:cNvSpPr>
            <a:spLocks noGrp="1"/>
          </p:cNvSpPr>
          <p:nvPr>
            <p:ph type="body" sz="half" idx="2"/>
          </p:nvPr>
        </p:nvSpPr>
        <p:spPr/>
        <p:txBody>
          <a:bodyPr>
            <a:normAutofit/>
          </a:bodyPr>
          <a:lstStyle/>
          <a:p>
            <a:r>
              <a:rPr lang="fr-FR"/>
              <a:t>Allonger la durée de vie d'un appareil, c'est amortir sur plus d'années le carbone émis pour le fabriquer : la fabrication représente la plus grosse part de son empreinte.</a:t>
            </a:r>
          </a:p>
          <a:p>
            <a:r>
              <a:rPr lang="fr-FR" sz="1150" i="1"/>
              <a:t>Source de l'image : « Carbon footprint icon », Tommaso.sansone91, Wikimedia Commons, licence CC0 (domaine public).</a:t>
            </a:r>
          </a:p>
        </p:txBody>
      </p:sp>
      <p:pic>
        <p:nvPicPr>
          <p:cNvPr id="6" name="Image empreinte carbone" descr="Pictogramme d'une empreinte de pied portant la mention CO2, symbole de l'empreinte carbone.">
            <a:extLst>
              <a:ext uri="{FF2B5EF4-FFF2-40B4-BE49-F238E27FC236}">
                <a16:creationId xmlns:a16="http://schemas.microsoft.com/office/drawing/2014/main" id="{1256D961-9C71-75B1-A617-902FE095C6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6919" y="1246143"/>
            <a:ext cx="3200626" cy="4064000"/>
          </a:xfrm>
          <a:prstGeom prst="rect">
            <a:avLst/>
          </a:prstGeom>
        </p:spPr>
      </p:pic>
      <p:sp>
        <p:nvSpPr>
          <p:cNvPr id="7" name="Espace réservé du pied de page 6">
            <a:extLst>
              <a:ext uri="{FF2B5EF4-FFF2-40B4-BE49-F238E27FC236}">
                <a16:creationId xmlns:a16="http://schemas.microsoft.com/office/drawing/2014/main" id="{EAAE9C11-DE1B-90FF-F3E2-D86337972D98}"/>
              </a:ext>
            </a:extLst>
          </p:cNvPr>
          <p:cNvSpPr>
            <a:spLocks noGrp="1"/>
          </p:cNvSpPr>
          <p:nvPr>
            <p:ph type="ftr" sz="quarter" idx="11"/>
          </p:nvPr>
        </p:nvSpPr>
        <p:spPr/>
        <p:txBody>
          <a:bodyPr/>
          <a:lstStyle/>
          <a:p>
            <a:r>
              <a:rPr lang="fr-FR"/>
              <a:t>Année universitaire 2026-2027</a:t>
            </a:r>
          </a:p>
        </p:txBody>
      </p:sp>
      <p:sp>
        <p:nvSpPr>
          <p:cNvPr id="8" name="Espace réservé du numéro de diapositive 7">
            <a:extLst>
              <a:ext uri="{FF2B5EF4-FFF2-40B4-BE49-F238E27FC236}">
                <a16:creationId xmlns:a16="http://schemas.microsoft.com/office/drawing/2014/main" id="{76BD8E75-5757-74DD-8E5C-E8226D2CBF04}"/>
              </a:ext>
            </a:extLst>
          </p:cNvPr>
          <p:cNvSpPr>
            <a:spLocks noGrp="1"/>
          </p:cNvSpPr>
          <p:nvPr>
            <p:ph type="sldNum" sz="quarter" idx="12"/>
          </p:nvPr>
        </p:nvSpPr>
        <p:spPr/>
        <p:txBody>
          <a:bodyPr/>
          <a:lstStyle/>
          <a:p>
            <a:fld id="{0C220060-17AF-4D47-9608-13BA2073F7F1}" type="slidenum">
              <a:rPr lang="fr-FR" smtClean="0"/>
              <a:pPr/>
              <a:t>11</a:t>
            </a:fld>
            <a:endParaRPr lang="fr-FR"/>
          </a:p>
        </p:txBody>
      </p:sp>
    </p:spTree>
    <p:extLst>
      <p:ext uri="{BB962C8B-B14F-4D97-AF65-F5344CB8AC3E}">
        <p14:creationId xmlns:p14="http://schemas.microsoft.com/office/powerpoint/2010/main" val="3328901217"/>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6DE92D-0E20-E4E7-9ECE-73189516681D}"/>
              </a:ext>
            </a:extLst>
          </p:cNvPr>
          <p:cNvSpPr>
            <a:spLocks noGrp="1"/>
          </p:cNvSpPr>
          <p:nvPr>
            <p:ph type="title"/>
          </p:nvPr>
        </p:nvSpPr>
        <p:spPr>
          <a:xfrm>
            <a:off x="673100" y="508000"/>
            <a:ext cx="8597900" cy="1092200"/>
          </a:xfrm>
        </p:spPr>
        <p:txBody>
          <a:bodyPr anchor="ctr">
            <a:normAutofit/>
          </a:bodyPr>
          <a:lstStyle/>
          <a:p>
            <a:r>
              <a:rPr lang="fr-FR" sz="2800"/>
              <a:t>Quelques éco-gestes pour un numérique responsable</a:t>
            </a:r>
          </a:p>
        </p:txBody>
      </p:sp>
      <p:graphicFrame>
        <p:nvGraphicFramePr>
          <p:cNvPr id="3" name="SmartArt eco-gestes" descr="Liste verticale en blocs : Aller vers la sobriété ; Brancher ses équipements sur une multiprise à interrupteur et l'éteindre lorsqu'ils ne sont pas utilisés ; Activer le « mode économie d'énergie » sur son ordinateur, ou le « mode avion » sur son smartphone ; Fermer ou supprimer les applications inutilisées sur son smartphone ; Désactiver le wifi de la box internet lorsqu'il n'est pas utilisé">
            <a:extLst>
              <a:ext uri="{FF2B5EF4-FFF2-40B4-BE49-F238E27FC236}">
                <a16:creationId xmlns:a16="http://schemas.microsoft.com/office/drawing/2014/main" id="{342C8D3E-7468-ABC0-4758-D7B9DE96E717}"/>
              </a:ext>
            </a:extLst>
          </p:cNvPr>
          <p:cNvGraphicFramePr>
            <a:graphicFrameLocks noGrp="1"/>
          </p:cNvGraphicFramePr>
          <p:nvPr>
            <p:ph idx="1"/>
            <p:extLst>
              <p:ext uri="{D42A27DB-BD31-4B8C-83A1-F6EECF244321}">
                <p14:modId xmlns:p14="http://schemas.microsoft.com/office/powerpoint/2010/main" val="4149556247"/>
              </p:ext>
            </p:extLst>
          </p:nvPr>
        </p:nvGraphicFramePr>
        <p:xfrm>
          <a:off x="673100" y="2006600"/>
          <a:ext cx="8597900" cy="3327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pied de page 4">
            <a:extLst>
              <a:ext uri="{FF2B5EF4-FFF2-40B4-BE49-F238E27FC236}">
                <a16:creationId xmlns:a16="http://schemas.microsoft.com/office/drawing/2014/main" id="{D7B294E6-0658-3F48-7CF5-A7440AE307A4}"/>
              </a:ext>
            </a:extLst>
          </p:cNvPr>
          <p:cNvSpPr>
            <a:spLocks noGrp="1"/>
          </p:cNvSpPr>
          <p:nvPr>
            <p:ph type="ftr" sz="quarter" idx="11"/>
          </p:nvPr>
        </p:nvSpPr>
        <p:spPr/>
        <p:txBody>
          <a:bodyPr/>
          <a:lstStyle/>
          <a:p>
            <a:r>
              <a:rPr lang="fr-FR"/>
              <a:t>Année universitaire 2026-2027</a:t>
            </a:r>
          </a:p>
        </p:txBody>
      </p:sp>
      <p:sp>
        <p:nvSpPr>
          <p:cNvPr id="7" name="Espace réservé du numéro de diapositive 6">
            <a:extLst>
              <a:ext uri="{FF2B5EF4-FFF2-40B4-BE49-F238E27FC236}">
                <a16:creationId xmlns:a16="http://schemas.microsoft.com/office/drawing/2014/main" id="{4CD531F2-CBC5-1A67-B461-51A4415B6FAA}"/>
              </a:ext>
            </a:extLst>
          </p:cNvPr>
          <p:cNvSpPr>
            <a:spLocks noGrp="1"/>
          </p:cNvSpPr>
          <p:nvPr>
            <p:ph type="sldNum" sz="quarter" idx="12"/>
          </p:nvPr>
        </p:nvSpPr>
        <p:spPr/>
        <p:txBody>
          <a:bodyPr/>
          <a:lstStyle/>
          <a:p>
            <a:fld id="{0C220060-17AF-4D47-9608-13BA2073F7F1}" type="slidenum">
              <a:rPr lang="fr-FR" smtClean="0"/>
              <a:pPr/>
              <a:t>12</a:t>
            </a:fld>
            <a:endParaRPr lang="fr-FR"/>
          </a:p>
        </p:txBody>
      </p:sp>
    </p:spTree>
    <p:extLst>
      <p:ext uri="{BB962C8B-B14F-4D97-AF65-F5344CB8AC3E}">
        <p14:creationId xmlns:p14="http://schemas.microsoft.com/office/powerpoint/2010/main" val="979429571"/>
      </p:ext>
    </p:extLst>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9BD0BC-4CA2-9E8C-1B47-883AF93311A4}"/>
              </a:ext>
            </a:extLst>
          </p:cNvPr>
          <p:cNvSpPr>
            <a:spLocks noGrp="1"/>
          </p:cNvSpPr>
          <p:nvPr>
            <p:ph type="title"/>
          </p:nvPr>
        </p:nvSpPr>
        <p:spPr>
          <a:xfrm>
            <a:off x="673100" y="508000"/>
            <a:ext cx="8597900" cy="1092200"/>
          </a:xfrm>
        </p:spPr>
        <p:txBody>
          <a:bodyPr anchor="ctr">
            <a:normAutofit/>
          </a:bodyPr>
          <a:lstStyle/>
          <a:p>
            <a:r>
              <a:rPr lang="fr-FR" sz="2800"/>
              <a:t>Quelques éco-gestes pour un numérique responsable</a:t>
            </a:r>
          </a:p>
        </p:txBody>
      </p:sp>
      <p:graphicFrame>
        <p:nvGraphicFramePr>
          <p:cNvPr id="3" name="SmartArt eco-gestes" descr="Liste verticale en blocs : Mieux naviguer ; Utiliser des mots-clés pour ses recherches ; Consulter son historique et enregistrer ses sites préférés dans les favoris pour y accéder plus rapidement ; Maîtriser ses usages : 10 minutes de vidéo en haute définition sur smartphone équivalent à un four de 2 000 W pendant 5 minutes. Mieux vaut télécharger. ; Limiter son temps d'écran ; C'est bon pour la planète et pour soi !">
            <a:extLst>
              <a:ext uri="{FF2B5EF4-FFF2-40B4-BE49-F238E27FC236}">
                <a16:creationId xmlns:a16="http://schemas.microsoft.com/office/drawing/2014/main" id="{1615355E-0021-C483-B0C3-A483BB3E039D}"/>
              </a:ext>
            </a:extLst>
          </p:cNvPr>
          <p:cNvGraphicFramePr>
            <a:graphicFrameLocks noGrp="1"/>
          </p:cNvGraphicFramePr>
          <p:nvPr>
            <p:ph idx="1"/>
            <p:extLst>
              <p:ext uri="{D42A27DB-BD31-4B8C-83A1-F6EECF244321}">
                <p14:modId xmlns:p14="http://schemas.microsoft.com/office/powerpoint/2010/main" val="947215985"/>
              </p:ext>
            </p:extLst>
          </p:nvPr>
        </p:nvGraphicFramePr>
        <p:xfrm>
          <a:off x="673100" y="1778000"/>
          <a:ext cx="85979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Espace réservé du pied de page 4">
            <a:extLst>
              <a:ext uri="{FF2B5EF4-FFF2-40B4-BE49-F238E27FC236}">
                <a16:creationId xmlns:a16="http://schemas.microsoft.com/office/drawing/2014/main" id="{57CC3EA0-83B1-8187-BD67-BB128C171D28}"/>
              </a:ext>
            </a:extLst>
          </p:cNvPr>
          <p:cNvSpPr>
            <a:spLocks noGrp="1"/>
          </p:cNvSpPr>
          <p:nvPr>
            <p:ph type="ftr" sz="quarter" idx="11"/>
          </p:nvPr>
        </p:nvSpPr>
        <p:spPr/>
        <p:txBody>
          <a:bodyPr/>
          <a:lstStyle/>
          <a:p>
            <a:r>
              <a:rPr lang="fr-FR"/>
              <a:t>Année universitaire 2026-2027</a:t>
            </a:r>
          </a:p>
        </p:txBody>
      </p:sp>
      <p:sp>
        <p:nvSpPr>
          <p:cNvPr id="7" name="Espace réservé du numéro de diapositive 6">
            <a:extLst>
              <a:ext uri="{FF2B5EF4-FFF2-40B4-BE49-F238E27FC236}">
                <a16:creationId xmlns:a16="http://schemas.microsoft.com/office/drawing/2014/main" id="{5000328B-7024-E6FD-0599-00D7901CFC72}"/>
              </a:ext>
            </a:extLst>
          </p:cNvPr>
          <p:cNvSpPr>
            <a:spLocks noGrp="1"/>
          </p:cNvSpPr>
          <p:nvPr>
            <p:ph type="sldNum" sz="quarter" idx="12"/>
          </p:nvPr>
        </p:nvSpPr>
        <p:spPr/>
        <p:txBody>
          <a:bodyPr/>
          <a:lstStyle/>
          <a:p>
            <a:fld id="{0C220060-17AF-4D47-9608-13BA2073F7F1}" type="slidenum">
              <a:rPr lang="fr-FR" smtClean="0"/>
              <a:pPr/>
              <a:t>13</a:t>
            </a:fld>
            <a:endParaRPr lang="fr-FR"/>
          </a:p>
        </p:txBody>
      </p:sp>
    </p:spTree>
    <p:extLst>
      <p:ext uri="{BB962C8B-B14F-4D97-AF65-F5344CB8AC3E}">
        <p14:creationId xmlns:p14="http://schemas.microsoft.com/office/powerpoint/2010/main" val="3692770739"/>
      </p:ext>
    </p:extLst>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F74005-E31C-BD7C-F39F-B582AECE1D4E}"/>
              </a:ext>
            </a:extLst>
          </p:cNvPr>
          <p:cNvSpPr>
            <a:spLocks noGrp="1"/>
          </p:cNvSpPr>
          <p:nvPr>
            <p:ph type="title"/>
          </p:nvPr>
        </p:nvSpPr>
        <p:spPr>
          <a:xfrm>
            <a:off x="673100" y="508000"/>
            <a:ext cx="8597900" cy="1092200"/>
          </a:xfrm>
        </p:spPr>
        <p:txBody>
          <a:bodyPr anchor="ctr">
            <a:normAutofit/>
          </a:bodyPr>
          <a:lstStyle/>
          <a:p>
            <a:r>
              <a:rPr lang="fr-FR" sz="2800"/>
              <a:t>Quelques éco-gestes pour un numérique responsable</a:t>
            </a:r>
          </a:p>
        </p:txBody>
      </p:sp>
      <p:graphicFrame>
        <p:nvGraphicFramePr>
          <p:cNvPr id="3" name="SmartArt eco-gestes" descr="Liste verticale en blocs : Stockage des données ; Le stockage peut se faire en local, sur la mémoire de vos appareils, ou en externe grâce aux Clouds : ces espaces sont souvent gratuits mais très énergivores ; Trier, classer et supprimer ses données régulièrement ; Privilégier le stockage de ses données en local est plus éco-responsable">
            <a:extLst>
              <a:ext uri="{FF2B5EF4-FFF2-40B4-BE49-F238E27FC236}">
                <a16:creationId xmlns:a16="http://schemas.microsoft.com/office/drawing/2014/main" id="{18419CEE-4CA3-FF3C-F927-C0FE211563AD}"/>
              </a:ext>
            </a:extLst>
          </p:cNvPr>
          <p:cNvGraphicFramePr>
            <a:graphicFrameLocks noGrp="1"/>
          </p:cNvGraphicFramePr>
          <p:nvPr>
            <p:ph idx="1"/>
            <p:extLst>
              <p:ext uri="{D42A27DB-BD31-4B8C-83A1-F6EECF244321}">
                <p14:modId xmlns:p14="http://schemas.microsoft.com/office/powerpoint/2010/main" val="2299262563"/>
              </p:ext>
            </p:extLst>
          </p:nvPr>
        </p:nvGraphicFramePr>
        <p:xfrm>
          <a:off x="673100" y="2006600"/>
          <a:ext cx="8597900" cy="3327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pied de page 4">
            <a:extLst>
              <a:ext uri="{FF2B5EF4-FFF2-40B4-BE49-F238E27FC236}">
                <a16:creationId xmlns:a16="http://schemas.microsoft.com/office/drawing/2014/main" id="{E2CBD59D-3B4F-CF68-EA91-0F64AB8C0D12}"/>
              </a:ext>
            </a:extLst>
          </p:cNvPr>
          <p:cNvSpPr>
            <a:spLocks noGrp="1"/>
          </p:cNvSpPr>
          <p:nvPr>
            <p:ph type="ftr" sz="quarter" idx="11"/>
          </p:nvPr>
        </p:nvSpPr>
        <p:spPr/>
        <p:txBody>
          <a:bodyPr/>
          <a:lstStyle/>
          <a:p>
            <a:r>
              <a:rPr lang="fr-FR"/>
              <a:t>Année universitaire 2026-2027</a:t>
            </a:r>
          </a:p>
        </p:txBody>
      </p:sp>
      <p:sp>
        <p:nvSpPr>
          <p:cNvPr id="7" name="Espace réservé du numéro de diapositive 6">
            <a:extLst>
              <a:ext uri="{FF2B5EF4-FFF2-40B4-BE49-F238E27FC236}">
                <a16:creationId xmlns:a16="http://schemas.microsoft.com/office/drawing/2014/main" id="{D035BE26-DE8C-AB30-A0B2-8282653BD10A}"/>
              </a:ext>
            </a:extLst>
          </p:cNvPr>
          <p:cNvSpPr>
            <a:spLocks noGrp="1"/>
          </p:cNvSpPr>
          <p:nvPr>
            <p:ph type="sldNum" sz="quarter" idx="12"/>
          </p:nvPr>
        </p:nvSpPr>
        <p:spPr/>
        <p:txBody>
          <a:bodyPr/>
          <a:lstStyle/>
          <a:p>
            <a:fld id="{0C220060-17AF-4D47-9608-13BA2073F7F1}" type="slidenum">
              <a:rPr lang="fr-FR" smtClean="0"/>
              <a:pPr/>
              <a:t>14</a:t>
            </a:fld>
            <a:endParaRPr lang="fr-FR"/>
          </a:p>
        </p:txBody>
      </p:sp>
    </p:spTree>
    <p:extLst>
      <p:ext uri="{BB962C8B-B14F-4D97-AF65-F5344CB8AC3E}">
        <p14:creationId xmlns:p14="http://schemas.microsoft.com/office/powerpoint/2010/main" val="4011061605"/>
      </p:ext>
    </p:extLst>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B3DA47-42AB-2BE2-C039-692996831F8F}"/>
              </a:ext>
            </a:extLst>
          </p:cNvPr>
          <p:cNvSpPr>
            <a:spLocks noGrp="1"/>
          </p:cNvSpPr>
          <p:nvPr>
            <p:ph type="title"/>
          </p:nvPr>
        </p:nvSpPr>
        <p:spPr>
          <a:xfrm>
            <a:off x="673100" y="508000"/>
            <a:ext cx="8597900" cy="1092200"/>
          </a:xfrm>
        </p:spPr>
        <p:txBody>
          <a:bodyPr anchor="ctr">
            <a:normAutofit/>
          </a:bodyPr>
          <a:lstStyle/>
          <a:p>
            <a:r>
              <a:rPr lang="fr-FR" sz="2800"/>
              <a:t>Quelques éco-gestes pour un numérique responsable</a:t>
            </a:r>
          </a:p>
        </p:txBody>
      </p:sp>
      <p:graphicFrame>
        <p:nvGraphicFramePr>
          <p:cNvPr id="3" name="SmartArt eco-gestes" descr="Liste verticale en blocs : Nettoyer sa boîte mail ; Alléger les mails envoyés : fichiers compressés ou en basse définition, pièces jointes supprimées dans les réponses, liens hypertextes pour transmettre un document ; Conserver uniquement les mails importants et nettoyer régulièrement sa boîte mail ; Installer un anti-spam et se désinscrire des newsletters ou publicités que l'on ne lit pas">
            <a:extLst>
              <a:ext uri="{FF2B5EF4-FFF2-40B4-BE49-F238E27FC236}">
                <a16:creationId xmlns:a16="http://schemas.microsoft.com/office/drawing/2014/main" id="{5ADF8FF7-F6E6-0D1A-8A34-4FA705CBF030}"/>
              </a:ext>
            </a:extLst>
          </p:cNvPr>
          <p:cNvGraphicFramePr>
            <a:graphicFrameLocks noGrp="1"/>
          </p:cNvGraphicFramePr>
          <p:nvPr>
            <p:ph idx="1"/>
            <p:extLst>
              <p:ext uri="{D42A27DB-BD31-4B8C-83A1-F6EECF244321}">
                <p14:modId xmlns:p14="http://schemas.microsoft.com/office/powerpoint/2010/main" val="1898796405"/>
              </p:ext>
            </p:extLst>
          </p:nvPr>
        </p:nvGraphicFramePr>
        <p:xfrm>
          <a:off x="673100" y="2006600"/>
          <a:ext cx="8597900" cy="3327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pied de page 4">
            <a:extLst>
              <a:ext uri="{FF2B5EF4-FFF2-40B4-BE49-F238E27FC236}">
                <a16:creationId xmlns:a16="http://schemas.microsoft.com/office/drawing/2014/main" id="{E680A9A0-6DBF-0C24-8F65-DE18AC52E4DC}"/>
              </a:ext>
            </a:extLst>
          </p:cNvPr>
          <p:cNvSpPr>
            <a:spLocks noGrp="1"/>
          </p:cNvSpPr>
          <p:nvPr>
            <p:ph type="ftr" sz="quarter" idx="11"/>
          </p:nvPr>
        </p:nvSpPr>
        <p:spPr/>
        <p:txBody>
          <a:bodyPr/>
          <a:lstStyle/>
          <a:p>
            <a:r>
              <a:rPr lang="fr-FR"/>
              <a:t>Année universitaire 2026-2027</a:t>
            </a:r>
          </a:p>
        </p:txBody>
      </p:sp>
      <p:sp>
        <p:nvSpPr>
          <p:cNvPr id="7" name="Espace réservé du numéro de diapositive 6">
            <a:extLst>
              <a:ext uri="{FF2B5EF4-FFF2-40B4-BE49-F238E27FC236}">
                <a16:creationId xmlns:a16="http://schemas.microsoft.com/office/drawing/2014/main" id="{3F6EDB34-EC76-DADE-FAA1-65FD9DBF8128}"/>
              </a:ext>
            </a:extLst>
          </p:cNvPr>
          <p:cNvSpPr>
            <a:spLocks noGrp="1"/>
          </p:cNvSpPr>
          <p:nvPr>
            <p:ph type="sldNum" sz="quarter" idx="12"/>
          </p:nvPr>
        </p:nvSpPr>
        <p:spPr/>
        <p:txBody>
          <a:bodyPr/>
          <a:lstStyle/>
          <a:p>
            <a:fld id="{0C220060-17AF-4D47-9608-13BA2073F7F1}" type="slidenum">
              <a:rPr lang="fr-FR" smtClean="0"/>
              <a:pPr/>
              <a:t>15</a:t>
            </a:fld>
            <a:endParaRPr lang="fr-FR"/>
          </a:p>
        </p:txBody>
      </p:sp>
    </p:spTree>
    <p:extLst>
      <p:ext uri="{BB962C8B-B14F-4D97-AF65-F5344CB8AC3E}">
        <p14:creationId xmlns:p14="http://schemas.microsoft.com/office/powerpoint/2010/main" val="2908452720"/>
      </p:ext>
    </p:extLst>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B1FE3A-D747-4142-8EB3-9B9D5898BABF}"/>
              </a:ext>
            </a:extLst>
          </p:cNvPr>
          <p:cNvSpPr>
            <a:spLocks noGrp="1"/>
          </p:cNvSpPr>
          <p:nvPr>
            <p:ph type="title"/>
          </p:nvPr>
        </p:nvSpPr>
        <p:spPr>
          <a:xfrm>
            <a:off x="673100" y="508000"/>
            <a:ext cx="8597900" cy="1092200"/>
          </a:xfrm>
        </p:spPr>
        <p:txBody>
          <a:bodyPr anchor="ctr">
            <a:normAutofit/>
          </a:bodyPr>
          <a:lstStyle/>
          <a:p>
            <a:r>
              <a:rPr lang="fr-FR" sz="2800"/>
              <a:t>Sources et références</a:t>
            </a:r>
            <a:endParaRPr lang="fr-FR" sz="2800" dirty="0"/>
          </a:p>
        </p:txBody>
      </p:sp>
      <p:sp>
        <p:nvSpPr>
          <p:cNvPr id="3" name="Espace réservé du contenu 2">
            <a:extLst>
              <a:ext uri="{FF2B5EF4-FFF2-40B4-BE49-F238E27FC236}">
                <a16:creationId xmlns:a16="http://schemas.microsoft.com/office/drawing/2014/main" id="{F5CF1099-96DE-4BDC-A2B0-2824FE0BB314}"/>
              </a:ext>
            </a:extLst>
          </p:cNvPr>
          <p:cNvSpPr>
            <a:spLocks noGrp="1"/>
          </p:cNvSpPr>
          <p:nvPr>
            <p:ph idx="1"/>
          </p:nvPr>
        </p:nvSpPr>
        <p:spPr>
          <a:xfrm>
            <a:off x="673100" y="1777999"/>
            <a:ext cx="8597900" cy="4191000"/>
          </a:xfrm>
        </p:spPr>
        <p:txBody>
          <a:bodyPr>
            <a:normAutofit/>
          </a:bodyPr>
          <a:lstStyle/>
          <a:p>
            <a:r>
              <a:rPr lang="fr-FR" sz="1700" dirty="0">
                <a:hlinkClick r:id="rId2"/>
              </a:rPr>
              <a:t>La face cachée du numérique</a:t>
            </a:r>
            <a:r>
              <a:rPr lang="fr-FR" sz="1700" dirty="0"/>
              <a:t>, ADEME, 2018</a:t>
            </a:r>
          </a:p>
          <a:p>
            <a:r>
              <a:rPr lang="fr-FR" sz="1700" dirty="0">
                <a:hlinkClick r:id="rId3"/>
              </a:rPr>
              <a:t>Le numérique, ange ou démon pour le climat ?</a:t>
            </a:r>
            <a:r>
              <a:rPr lang="fr-FR" sz="1700" dirty="0"/>
              <a:t> Good Planet, 2019</a:t>
            </a:r>
          </a:p>
          <a:p>
            <a:r>
              <a:rPr lang="fr-FR" sz="1700" dirty="0">
                <a:hlinkClick r:id="rId4"/>
              </a:rPr>
              <a:t>20 </a:t>
            </a:r>
            <a:r>
              <a:rPr lang="fr-FR" sz="1700" dirty="0" err="1">
                <a:hlinkClick r:id="rId4"/>
              </a:rPr>
              <a:t>éco-gestes</a:t>
            </a:r>
            <a:r>
              <a:rPr lang="fr-FR" sz="1700" dirty="0">
                <a:hlinkClick r:id="rId4"/>
              </a:rPr>
              <a:t> à adopter pour un numérique responsable</a:t>
            </a:r>
            <a:r>
              <a:rPr lang="fr-FR" sz="1700" dirty="0"/>
              <a:t>, Agence Parisienne du Climat (APC), 2020</a:t>
            </a:r>
          </a:p>
          <a:p>
            <a:r>
              <a:rPr lang="fr-FR" sz="1700" dirty="0">
                <a:hlinkClick r:id="rId5"/>
              </a:rPr>
              <a:t>Numérique, le grand gâchis énergétique</a:t>
            </a:r>
            <a:r>
              <a:rPr lang="fr-FR" sz="1700" dirty="0"/>
              <a:t>, CNRS, 2018</a:t>
            </a:r>
          </a:p>
          <a:p>
            <a:r>
              <a:rPr lang="fr-FR" sz="1700" dirty="0">
                <a:hlinkClick r:id="rId6"/>
              </a:rPr>
              <a:t>Les impacts du smartphone</a:t>
            </a:r>
            <a:r>
              <a:rPr lang="fr-FR" sz="1700" dirty="0"/>
              <a:t>, ADEME, 2019</a:t>
            </a:r>
          </a:p>
          <a:p>
            <a:pPr marL="0" indent="0">
              <a:buNone/>
            </a:pPr>
            <a:endParaRPr lang="fr-FR" sz="1700" dirty="0"/>
          </a:p>
        </p:txBody>
      </p:sp>
      <p:sp>
        <p:nvSpPr>
          <p:cNvPr id="4" name="Espace réservé du pied de page 3">
            <a:extLst>
              <a:ext uri="{FF2B5EF4-FFF2-40B4-BE49-F238E27FC236}">
                <a16:creationId xmlns:a16="http://schemas.microsoft.com/office/drawing/2014/main" id="{5059D0F9-C10A-6F7F-12CD-1F08BDC4A8C9}"/>
              </a:ext>
            </a:extLst>
          </p:cNvPr>
          <p:cNvSpPr>
            <a:spLocks noGrp="1"/>
          </p:cNvSpPr>
          <p:nvPr>
            <p:ph type="ftr" sz="quarter" idx="11"/>
          </p:nvPr>
        </p:nvSpPr>
        <p:spPr/>
        <p:txBody>
          <a:bodyPr/>
          <a:lstStyle/>
          <a:p>
            <a:r>
              <a:rPr lang="fr-FR"/>
              <a:t>Année universitaire 2026-2027</a:t>
            </a:r>
          </a:p>
        </p:txBody>
      </p:sp>
      <p:sp>
        <p:nvSpPr>
          <p:cNvPr id="5" name="Espace réservé du numéro de diapositive 4">
            <a:extLst>
              <a:ext uri="{FF2B5EF4-FFF2-40B4-BE49-F238E27FC236}">
                <a16:creationId xmlns:a16="http://schemas.microsoft.com/office/drawing/2014/main" id="{040CEF1A-48CB-7D9D-8A1B-84BCA6C41643}"/>
              </a:ext>
            </a:extLst>
          </p:cNvPr>
          <p:cNvSpPr>
            <a:spLocks noGrp="1"/>
          </p:cNvSpPr>
          <p:nvPr>
            <p:ph type="sldNum" sz="quarter" idx="12"/>
          </p:nvPr>
        </p:nvSpPr>
        <p:spPr/>
        <p:txBody>
          <a:bodyPr/>
          <a:lstStyle/>
          <a:p>
            <a:fld id="{0C220060-17AF-4D47-9608-13BA2073F7F1}" type="slidenum">
              <a:rPr lang="fr-FR" smtClean="0"/>
              <a:pPr/>
              <a:t>16</a:t>
            </a:fld>
            <a:endParaRPr lang="fr-FR"/>
          </a:p>
        </p:txBody>
      </p:sp>
    </p:spTree>
    <p:extLst>
      <p:ext uri="{BB962C8B-B14F-4D97-AF65-F5344CB8AC3E}">
        <p14:creationId xmlns:p14="http://schemas.microsoft.com/office/powerpoint/2010/main" val="3679996808"/>
      </p:ext>
    </p:extLst>
  </p:cSld>
  <p:clrMapOvr>
    <a:masterClrMapping/>
  </p:clrMapOvr>
  <p:transition spd="slow">
    <p:push/>
  </p:transition>
</p:sld>
</file>

<file path=ppt/theme/theme1.xml><?xml version="1.0" encoding="utf-8"?>
<a:theme xmlns:a="http://schemas.openxmlformats.org/drawingml/2006/main" name="Facette">
  <a:themeElements>
    <a:clrScheme name="Vert">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1083</Words>
  <Application>Microsoft Office PowerPoint</Application>
  <PresentationFormat>Grand écran</PresentationFormat>
  <Paragraphs>113</Paragraphs>
  <Slides>16</Slides>
  <Notes>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16</vt:i4>
      </vt:variant>
    </vt:vector>
  </HeadingPairs>
  <TitlesOfParts>
    <vt:vector size="24" baseType="lpstr">
      <vt:lpstr>Arial</vt:lpstr>
      <vt:lpstr>Calibri</vt:lpstr>
      <vt:lpstr>font0000000023329985</vt:lpstr>
      <vt:lpstr>Open Sans</vt:lpstr>
      <vt:lpstr>Trebuchet MS</vt:lpstr>
      <vt:lpstr>Wingdings</vt:lpstr>
      <vt:lpstr>Wingdings 3</vt:lpstr>
      <vt:lpstr>Facette</vt:lpstr>
      <vt:lpstr>Compétences numériques : protéger la santé, le bien-être et l'environnement</vt:lpstr>
      <vt:lpstr>Introduction</vt:lpstr>
      <vt:lpstr>Introduction</vt:lpstr>
      <vt:lpstr>Protection de l'environnement : le dilemme</vt:lpstr>
      <vt:lpstr>Protection de l'environnement : le dilemme</vt:lpstr>
      <vt:lpstr>Impact du numérique sur l'environnement</vt:lpstr>
      <vt:lpstr>Impact du numérique sur l'environnement</vt:lpstr>
      <vt:lpstr>Impact du numérique sur l'environnement</vt:lpstr>
      <vt:lpstr>Impact du numérique sur l'environnement</vt:lpstr>
      <vt:lpstr>Quelques éco-gestes pour un numérique responsable</vt:lpstr>
      <vt:lpstr>L'empreinte carbone : la trace de nos usages</vt:lpstr>
      <vt:lpstr>Quelques éco-gestes pour un numérique responsable</vt:lpstr>
      <vt:lpstr>Quelques éco-gestes pour un numérique responsable</vt:lpstr>
      <vt:lpstr>Quelques éco-gestes pour un numérique responsable</vt:lpstr>
      <vt:lpstr>Quelques éco-gestes pour un numérique responsable</vt:lpstr>
      <vt:lpstr>Sources et références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[NOM Prénom]</dc:creator>
  <cp:lastModifiedBy>[NOM Prénom]</cp:lastModifiedBy>
  <cp:revision>1</cp:revision>
  <dcterms:created xsi:type="dcterms:W3CDTF">2026-10-12T20:49:45Z</dcterms:created>
  <dcterms:modified xsi:type="dcterms:W3CDTF">2026-10-12T20:50:11Z</dcterms:modified>
</cp:coreProperties>
</file>